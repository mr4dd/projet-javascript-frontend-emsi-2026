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media/image12.png" ContentType="image/png"/>
  <Override PartName="/ppt/media/image8.png" ContentType="image/png"/>
  <Override PartName="/ppt/media/image7.jpeg" ContentType="image/jpeg"/>
  <Override PartName="/ppt/media/image9.png" ContentType="image/png"/>
  <Override PartName="/ppt/media/image10.jpeg" ContentType="image/jpeg"/>
  <Override PartName="/ppt/media/image20.png" ContentType="image/png"/>
  <Override PartName="/ppt/media/image13.png" ContentType="image/png"/>
  <Override PartName="/ppt/media/image11.jpeg" ContentType="image/jpeg"/>
  <Override PartName="/ppt/media/image6.jpeg" ContentType="image/jpeg"/>
  <Override PartName="/ppt/media/image22.jpeg" ContentType="image/jpeg"/>
  <Override PartName="/ppt/media/image5.jpeg" ContentType="image/jpeg"/>
  <Override PartName="/ppt/media/image21.jpeg" ContentType="image/jpeg"/>
  <Override PartName="/ppt/media/image4.jpeg" ContentType="image/jpeg"/>
  <Override PartName="/ppt/media/image19.png" ContentType="image/png"/>
  <Override PartName="/ppt/media/image15.png" ContentType="image/png"/>
  <Override PartName="/ppt/media/image3.jpeg" ContentType="image/jpeg"/>
  <Override PartName="/ppt/media/image18.jpeg" ContentType="image/jpeg"/>
  <Override PartName="/ppt/media/image14.png" ContentType="image/png"/>
  <Override PartName="/ppt/media/image17.jpeg" ContentType="image/jpeg"/>
  <Override PartName="/ppt/media/image16.png" ContentType="image/png"/>
  <Override PartName="/ppt/media/image1.jpeg" ContentType="image/jpeg"/>
  <Override PartName="/ppt/media/image2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bg object 17"/>
          <p:cNvSpPr/>
          <p:nvPr/>
        </p:nvSpPr>
        <p:spPr>
          <a:xfrm>
            <a:off x="-360" y="-36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031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0" y="8229231"/>
                </a:lnTo>
                <a:lnTo>
                  <a:pt x="14630031" y="8229231"/>
                </a:lnTo>
                <a:lnTo>
                  <a:pt x="14630031" y="0"/>
                </a:lnTo>
                <a:close/>
              </a:path>
            </a:pathLst>
          </a:custGeom>
          <a:solidFill>
            <a:srgbClr val="fffc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97280" y="2551320"/>
            <a:ext cx="12435480" cy="5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en-US" sz="38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</a:t>
            </a:r>
            <a:r>
              <a:rPr b="0" lang="en-US" sz="38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title text format</a:t>
            </a:r>
            <a:endParaRPr b="0" lang="en-US" sz="38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39870A-A4DB-43A1-BB7F-F25767654D8F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bg object 17"/>
          <p:cNvSpPr/>
          <p:nvPr/>
        </p:nvSpPr>
        <p:spPr>
          <a:xfrm>
            <a:off x="-360" y="-36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031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0" y="8229231"/>
                </a:lnTo>
                <a:lnTo>
                  <a:pt x="14630031" y="8229231"/>
                </a:lnTo>
                <a:lnTo>
                  <a:pt x="14630031" y="0"/>
                </a:lnTo>
                <a:close/>
              </a:path>
            </a:pathLst>
          </a:custGeom>
          <a:solidFill>
            <a:srgbClr val="fffc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78960" y="578160"/>
            <a:ext cx="7785000" cy="157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8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38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edit the </a:t>
            </a:r>
            <a:r>
              <a:rPr b="0" lang="en-US" sz="38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title text </a:t>
            </a:r>
            <a:r>
              <a:rPr b="0" lang="en-US" sz="38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format</a:t>
            </a:r>
            <a:endParaRPr b="0" lang="en-US" sz="38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2141640" y="2716920"/>
            <a:ext cx="6110280" cy="456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5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D6AC082-32D3-46D1-BFD2-8FCBA24C9944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bg object 17" hidden="1"/>
          <p:cNvSpPr/>
          <p:nvPr/>
        </p:nvSpPr>
        <p:spPr>
          <a:xfrm>
            <a:off x="-360" y="-36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031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0" y="8229231"/>
                </a:lnTo>
                <a:lnTo>
                  <a:pt x="14630031" y="8229231"/>
                </a:lnTo>
                <a:lnTo>
                  <a:pt x="14630031" y="0"/>
                </a:lnTo>
                <a:close/>
              </a:path>
            </a:pathLst>
          </a:custGeom>
          <a:solidFill>
            <a:srgbClr val="fffc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bg object 16" descr=""/>
          <p:cNvPicPr/>
          <p:nvPr/>
        </p:nvPicPr>
        <p:blipFill>
          <a:blip r:embed="rId3"/>
          <a:stretch/>
        </p:blipFill>
        <p:spPr>
          <a:xfrm>
            <a:off x="0" y="0"/>
            <a:ext cx="14629680" cy="82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bg object 17"/>
          <p:cNvSpPr/>
          <p:nvPr/>
        </p:nvSpPr>
        <p:spPr>
          <a:xfrm>
            <a:off x="-360" y="-36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031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0" y="8229231"/>
                </a:lnTo>
                <a:lnTo>
                  <a:pt x="14630031" y="8229231"/>
                </a:lnTo>
                <a:lnTo>
                  <a:pt x="14630031" y="0"/>
                </a:lnTo>
                <a:close/>
              </a:path>
            </a:pathLst>
          </a:custGeom>
          <a:solidFill>
            <a:srgbClr val="fffc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bg object 18" descr=""/>
          <p:cNvPicPr/>
          <p:nvPr/>
        </p:nvPicPr>
        <p:blipFill>
          <a:blip r:embed="rId4"/>
          <a:stretch/>
        </p:blipFill>
        <p:spPr>
          <a:xfrm>
            <a:off x="0" y="0"/>
            <a:ext cx="5485680" cy="822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bg object 19" descr=""/>
          <p:cNvPicPr/>
          <p:nvPr/>
        </p:nvPicPr>
        <p:blipFill>
          <a:blip r:embed="rId5"/>
          <a:stretch/>
        </p:blipFill>
        <p:spPr>
          <a:xfrm>
            <a:off x="496800" y="2870280"/>
            <a:ext cx="4303440" cy="238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78960" y="578160"/>
            <a:ext cx="7785000" cy="157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8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38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31520" y="1892880"/>
            <a:ext cx="6363720" cy="277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7534800" y="1892880"/>
            <a:ext cx="6363720" cy="277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7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8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9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64E2F7-715F-477D-8D82-4CB67E47B369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bg object 17"/>
          <p:cNvSpPr/>
          <p:nvPr/>
        </p:nvSpPr>
        <p:spPr>
          <a:xfrm>
            <a:off x="-360" y="-36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031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0" y="8229231"/>
                </a:lnTo>
                <a:lnTo>
                  <a:pt x="14630031" y="8229231"/>
                </a:lnTo>
                <a:lnTo>
                  <a:pt x="14630031" y="0"/>
                </a:lnTo>
                <a:close/>
              </a:path>
            </a:pathLst>
          </a:custGeom>
          <a:solidFill>
            <a:srgbClr val="fffc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78960" y="578160"/>
            <a:ext cx="7785000" cy="157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8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38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0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1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12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3E274E-25C7-4230-9E78-5F8CAEEE516C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bg object 17"/>
          <p:cNvSpPr/>
          <p:nvPr/>
        </p:nvSpPr>
        <p:spPr>
          <a:xfrm>
            <a:off x="-360" y="-360"/>
            <a:ext cx="14630040" cy="8229240"/>
          </a:xfrm>
          <a:custGeom>
            <a:avLst/>
            <a:gdLst>
              <a:gd name="textAreaLeft" fmla="*/ 0 w 14630040"/>
              <a:gd name="textAreaRight" fmla="*/ 14630400 w 14630040"/>
              <a:gd name="textAreaTop" fmla="*/ 0 h 8229240"/>
              <a:gd name="textAreaBottom" fmla="*/ 8229600 h 8229240"/>
            </a:gdLst>
            <a:ahLst/>
            <a:cxnLst/>
            <a:rect l="textAreaLeft" t="textAreaTop" r="textAreaRight" b="textAreaBottom"/>
            <a:pathLst>
              <a:path w="14630400" h="8229600">
                <a:moveTo>
                  <a:pt x="14630031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0" y="8229231"/>
                </a:lnTo>
                <a:lnTo>
                  <a:pt x="14630031" y="8229231"/>
                </a:lnTo>
                <a:lnTo>
                  <a:pt x="14630031" y="0"/>
                </a:lnTo>
                <a:close/>
              </a:path>
            </a:pathLst>
          </a:custGeom>
          <a:solidFill>
            <a:srgbClr val="fffc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ftr" idx="13"/>
          </p:nvPr>
        </p:nvSpPr>
        <p:spPr>
          <a:xfrm>
            <a:off x="4974480" y="7653600"/>
            <a:ext cx="468144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4"/>
          </p:nvPr>
        </p:nvSpPr>
        <p:spPr>
          <a:xfrm>
            <a:off x="73152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15"/>
          </p:nvPr>
        </p:nvSpPr>
        <p:spPr>
          <a:xfrm>
            <a:off x="10533960" y="7653600"/>
            <a:ext cx="336456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7CCF80-5A74-454E-80AD-68CA2349DC15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5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jpe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object 2"/>
          <p:cNvGrpSpPr/>
          <p:nvPr/>
        </p:nvGrpSpPr>
        <p:grpSpPr>
          <a:xfrm>
            <a:off x="0" y="0"/>
            <a:ext cx="5485680" cy="8228520"/>
            <a:chOff x="0" y="0"/>
            <a:chExt cx="5485680" cy="8228520"/>
          </a:xfrm>
        </p:grpSpPr>
        <p:pic>
          <p:nvPicPr>
            <p:cNvPr id="37" name="object 3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5485680" cy="8228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8" name="object 4" descr=""/>
            <p:cNvPicPr/>
            <p:nvPr/>
          </p:nvPicPr>
          <p:blipFill>
            <a:blip r:embed="rId2"/>
            <a:stretch/>
          </p:blipFill>
          <p:spPr>
            <a:xfrm>
              <a:off x="228600" y="2057040"/>
              <a:ext cx="4876200" cy="3657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" name="object 5" descr=""/>
            <p:cNvPicPr/>
            <p:nvPr/>
          </p:nvPicPr>
          <p:blipFill>
            <a:blip r:embed="rId3"/>
            <a:stretch/>
          </p:blipFill>
          <p:spPr>
            <a:xfrm>
              <a:off x="381240" y="2057040"/>
              <a:ext cx="4876200" cy="3657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0" name="object 6" descr=""/>
            <p:cNvPicPr/>
            <p:nvPr/>
          </p:nvPicPr>
          <p:blipFill>
            <a:blip r:embed="rId4"/>
            <a:stretch/>
          </p:blipFill>
          <p:spPr>
            <a:xfrm>
              <a:off x="228600" y="2057040"/>
              <a:ext cx="4876200" cy="3657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67240" y="2739240"/>
            <a:ext cx="7058160" cy="704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4450" spc="26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Crypto</a:t>
            </a:r>
            <a:r>
              <a:rPr b="0" lang="en-US" sz="4450" spc="6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9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Portfolio</a:t>
            </a:r>
            <a:r>
              <a:rPr b="0" lang="en-US" sz="4450" spc="6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31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Moderne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object 8"/>
          <p:cNvSpPr/>
          <p:nvPr/>
        </p:nvSpPr>
        <p:spPr>
          <a:xfrm>
            <a:off x="6267600" y="4245840"/>
            <a:ext cx="539100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550" spc="32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En</a:t>
            </a:r>
            <a:r>
              <a:rPr b="0" lang="en-US" sz="3550" spc="6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3550" spc="10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Vanilla</a:t>
            </a:r>
            <a:r>
              <a:rPr b="0" lang="en-US" sz="3550" spc="6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3550" spc="113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JavaScript</a:t>
            </a:r>
            <a:endParaRPr b="0" lang="en-US" sz="3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object 9"/>
          <p:cNvSpPr/>
          <p:nvPr/>
        </p:nvSpPr>
        <p:spPr>
          <a:xfrm>
            <a:off x="6267240" y="5223600"/>
            <a:ext cx="1719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Par:</a:t>
            </a: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5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Adam</a:t>
            </a: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Radi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462968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81200" y="3616560"/>
            <a:ext cx="9963000" cy="13694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4450" spc="156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Introduction:</a:t>
            </a:r>
            <a:r>
              <a:rPr b="0" lang="en-US" sz="4450" spc="79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24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Contexte</a:t>
            </a:r>
            <a:r>
              <a:rPr b="0" lang="en-US" sz="4450" spc="8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34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du</a:t>
            </a:r>
            <a:r>
              <a:rPr b="0" lang="en-US" sz="4450" spc="8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-1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Projet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46" name="object 4"/>
          <p:cNvGrpSpPr/>
          <p:nvPr/>
        </p:nvGrpSpPr>
        <p:grpSpPr>
          <a:xfrm>
            <a:off x="763200" y="4651200"/>
            <a:ext cx="4227120" cy="2810880"/>
            <a:chOff x="763200" y="4651200"/>
            <a:chExt cx="4227120" cy="2810880"/>
          </a:xfrm>
        </p:grpSpPr>
        <p:sp>
          <p:nvSpPr>
            <p:cNvPr id="47" name="object 5"/>
            <p:cNvSpPr/>
            <p:nvPr/>
          </p:nvSpPr>
          <p:spPr>
            <a:xfrm>
              <a:off x="793800" y="4651200"/>
              <a:ext cx="4196520" cy="2810880"/>
            </a:xfrm>
            <a:custGeom>
              <a:avLst/>
              <a:gdLst>
                <a:gd name="textAreaLeft" fmla="*/ 0 w 4196520"/>
                <a:gd name="textAreaRight" fmla="*/ 4196880 w 4196520"/>
                <a:gd name="textAreaTop" fmla="*/ 0 h 2810880"/>
                <a:gd name="textAreaBottom" fmla="*/ 2811240 h 2810880"/>
              </a:gdLst>
              <a:ahLst/>
              <a:cxnLst/>
              <a:rect l="textAreaLeft" t="textAreaTop" r="textAreaRight" b="textAreaBottom"/>
              <a:pathLst>
                <a:path w="4196715" h="2811145">
                  <a:moveTo>
                    <a:pt x="4050004" y="0"/>
                  </a:moveTo>
                  <a:lnTo>
                    <a:pt x="146164" y="0"/>
                  </a:lnTo>
                  <a:lnTo>
                    <a:pt x="126285" y="1266"/>
                  </a:lnTo>
                  <a:lnTo>
                    <a:pt x="126832" y="1266"/>
                  </a:lnTo>
                  <a:lnTo>
                    <a:pt x="108405" y="4859"/>
                  </a:lnTo>
                  <a:lnTo>
                    <a:pt x="73075" y="19443"/>
                  </a:lnTo>
                  <a:lnTo>
                    <a:pt x="42749" y="42751"/>
                  </a:lnTo>
                  <a:lnTo>
                    <a:pt x="19443" y="73088"/>
                  </a:lnTo>
                  <a:lnTo>
                    <a:pt x="4997" y="108407"/>
                  </a:lnTo>
                  <a:lnTo>
                    <a:pt x="0" y="146164"/>
                  </a:lnTo>
                  <a:lnTo>
                    <a:pt x="0" y="2664726"/>
                  </a:lnTo>
                  <a:lnTo>
                    <a:pt x="1191" y="2683424"/>
                  </a:lnTo>
                  <a:lnTo>
                    <a:pt x="1214" y="2683786"/>
                  </a:lnTo>
                  <a:lnTo>
                    <a:pt x="4788" y="2702117"/>
                  </a:lnTo>
                  <a:lnTo>
                    <a:pt x="4859" y="2702479"/>
                  </a:lnTo>
                  <a:lnTo>
                    <a:pt x="10813" y="2720202"/>
                  </a:lnTo>
                  <a:lnTo>
                    <a:pt x="30150" y="2753780"/>
                  </a:lnTo>
                  <a:lnTo>
                    <a:pt x="57103" y="2780734"/>
                  </a:lnTo>
                  <a:lnTo>
                    <a:pt x="90319" y="2799798"/>
                  </a:lnTo>
                  <a:lnTo>
                    <a:pt x="146164" y="2810878"/>
                  </a:lnTo>
                  <a:lnTo>
                    <a:pt x="4050360" y="2810522"/>
                  </a:lnTo>
                  <a:lnTo>
                    <a:pt x="4106199" y="2799587"/>
                  </a:lnTo>
                  <a:lnTo>
                    <a:pt x="4139413" y="2780371"/>
                  </a:lnTo>
                  <a:lnTo>
                    <a:pt x="4166368" y="2753418"/>
                  </a:lnTo>
                  <a:lnTo>
                    <a:pt x="4185433" y="2720202"/>
                  </a:lnTo>
                  <a:lnTo>
                    <a:pt x="4195185" y="2683786"/>
                  </a:lnTo>
                  <a:lnTo>
                    <a:pt x="4195258" y="2683424"/>
                  </a:lnTo>
                  <a:lnTo>
                    <a:pt x="4196500" y="2664726"/>
                  </a:lnTo>
                  <a:lnTo>
                    <a:pt x="4196524" y="2664358"/>
                  </a:lnTo>
                  <a:lnTo>
                    <a:pt x="4196156" y="146164"/>
                  </a:lnTo>
                  <a:lnTo>
                    <a:pt x="4185226" y="90325"/>
                  </a:lnTo>
                  <a:lnTo>
                    <a:pt x="4166010" y="57109"/>
                  </a:lnTo>
                  <a:lnTo>
                    <a:pt x="4139052" y="30150"/>
                  </a:lnTo>
                  <a:lnTo>
                    <a:pt x="4105836" y="11090"/>
                  </a:lnTo>
                  <a:lnTo>
                    <a:pt x="4069062" y="1266"/>
                  </a:lnTo>
                  <a:lnTo>
                    <a:pt x="4050004" y="0"/>
                  </a:lnTo>
                  <a:close/>
                </a:path>
              </a:pathLst>
            </a:custGeom>
            <a:solidFill>
              <a:srgbClr val="fffc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object 6"/>
            <p:cNvSpPr/>
            <p:nvPr/>
          </p:nvSpPr>
          <p:spPr>
            <a:xfrm>
              <a:off x="793800" y="4651200"/>
              <a:ext cx="4196520" cy="2810880"/>
            </a:xfrm>
            <a:custGeom>
              <a:avLst/>
              <a:gdLst>
                <a:gd name="textAreaLeft" fmla="*/ 0 w 4196520"/>
                <a:gd name="textAreaRight" fmla="*/ 4196880 w 4196520"/>
                <a:gd name="textAreaTop" fmla="*/ 0 h 2810880"/>
                <a:gd name="textAreaBottom" fmla="*/ 2811240 h 2810880"/>
              </a:gdLst>
              <a:ahLst/>
              <a:cxnLst/>
              <a:rect l="textAreaLeft" t="textAreaTop" r="textAreaRight" b="textAreaBottom"/>
              <a:pathLst>
                <a:path w="4196715" h="2811145">
                  <a:moveTo>
                    <a:pt x="0" y="146164"/>
                  </a:moveTo>
                  <a:lnTo>
                    <a:pt x="1266" y="127098"/>
                  </a:lnTo>
                  <a:lnTo>
                    <a:pt x="4997" y="108407"/>
                  </a:lnTo>
                  <a:lnTo>
                    <a:pt x="19443" y="73088"/>
                  </a:lnTo>
                  <a:lnTo>
                    <a:pt x="42749" y="42751"/>
                  </a:lnTo>
                  <a:lnTo>
                    <a:pt x="73075" y="19443"/>
                  </a:lnTo>
                  <a:lnTo>
                    <a:pt x="108405" y="4859"/>
                  </a:lnTo>
                  <a:lnTo>
                    <a:pt x="146164" y="0"/>
                  </a:lnTo>
                  <a:lnTo>
                    <a:pt x="4050004" y="0"/>
                  </a:lnTo>
                  <a:lnTo>
                    <a:pt x="4105836" y="11090"/>
                  </a:lnTo>
                  <a:lnTo>
                    <a:pt x="4139052" y="30150"/>
                  </a:lnTo>
                  <a:lnTo>
                    <a:pt x="4166010" y="57109"/>
                  </a:lnTo>
                  <a:lnTo>
                    <a:pt x="4185226" y="90325"/>
                  </a:lnTo>
                  <a:lnTo>
                    <a:pt x="4196156" y="146164"/>
                  </a:lnTo>
                  <a:lnTo>
                    <a:pt x="4196524" y="2664358"/>
                  </a:lnTo>
                  <a:lnTo>
                    <a:pt x="4195258" y="2683424"/>
                  </a:lnTo>
                  <a:lnTo>
                    <a:pt x="4191527" y="2702117"/>
                  </a:lnTo>
                  <a:lnTo>
                    <a:pt x="4177080" y="2737446"/>
                  </a:lnTo>
                  <a:lnTo>
                    <a:pt x="4153768" y="2767772"/>
                  </a:lnTo>
                  <a:lnTo>
                    <a:pt x="4123436" y="2791079"/>
                  </a:lnTo>
                  <a:lnTo>
                    <a:pt x="4088117" y="2805663"/>
                  </a:lnTo>
                  <a:lnTo>
                    <a:pt x="146164" y="2810878"/>
                  </a:lnTo>
                  <a:lnTo>
                    <a:pt x="90319" y="2799798"/>
                  </a:lnTo>
                  <a:lnTo>
                    <a:pt x="57103" y="2780734"/>
                  </a:lnTo>
                  <a:lnTo>
                    <a:pt x="30150" y="2753780"/>
                  </a:lnTo>
                  <a:lnTo>
                    <a:pt x="10935" y="2720564"/>
                  </a:lnTo>
                  <a:lnTo>
                    <a:pt x="0" y="2664726"/>
                  </a:lnTo>
                  <a:lnTo>
                    <a:pt x="0" y="146164"/>
                  </a:lnTo>
                  <a:close/>
                </a:path>
              </a:pathLst>
            </a:custGeom>
            <a:noFill/>
            <a:ln w="3059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object 7"/>
            <p:cNvSpPr/>
            <p:nvPr/>
          </p:nvSpPr>
          <p:spPr>
            <a:xfrm>
              <a:off x="763200" y="4651200"/>
              <a:ext cx="122040" cy="281088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810880"/>
                <a:gd name="textAreaBottom" fmla="*/ 2811240 h 2810880"/>
              </a:gdLst>
              <a:ahLst/>
              <a:cxnLst/>
              <a:rect l="textAreaLeft" t="textAreaTop" r="textAreaRight" b="textAreaBottom"/>
              <a:pathLst>
                <a:path w="122555" h="2811145">
                  <a:moveTo>
                    <a:pt x="61013" y="0"/>
                  </a:moveTo>
                  <a:lnTo>
                    <a:pt x="52253" y="523"/>
                  </a:lnTo>
                  <a:lnTo>
                    <a:pt x="52885" y="523"/>
                  </a:lnTo>
                  <a:lnTo>
                    <a:pt x="45365" y="1927"/>
                  </a:lnTo>
                  <a:lnTo>
                    <a:pt x="12735" y="23551"/>
                  </a:lnTo>
                  <a:lnTo>
                    <a:pt x="0" y="60834"/>
                  </a:lnTo>
                  <a:lnTo>
                    <a:pt x="0" y="2750034"/>
                  </a:lnTo>
                  <a:lnTo>
                    <a:pt x="469" y="2757691"/>
                  </a:lnTo>
                  <a:lnTo>
                    <a:pt x="479" y="2757846"/>
                  </a:lnTo>
                  <a:lnTo>
                    <a:pt x="17602" y="2792915"/>
                  </a:lnTo>
                  <a:lnTo>
                    <a:pt x="52827" y="2810334"/>
                  </a:lnTo>
                  <a:lnTo>
                    <a:pt x="60845" y="2810867"/>
                  </a:lnTo>
                  <a:lnTo>
                    <a:pt x="61201" y="2810867"/>
                  </a:lnTo>
                  <a:lnTo>
                    <a:pt x="98118" y="2798139"/>
                  </a:lnTo>
                  <a:lnTo>
                    <a:pt x="119915" y="2765558"/>
                  </a:lnTo>
                  <a:lnTo>
                    <a:pt x="122023" y="60834"/>
                  </a:lnTo>
                  <a:lnTo>
                    <a:pt x="121512" y="53171"/>
                  </a:lnTo>
                  <a:lnTo>
                    <a:pt x="104089" y="17946"/>
                  </a:lnTo>
                  <a:lnTo>
                    <a:pt x="68863" y="523"/>
                  </a:lnTo>
                  <a:lnTo>
                    <a:pt x="61013" y="0"/>
                  </a:lnTo>
                  <a:close/>
                </a:path>
              </a:pathLst>
            </a:custGeom>
            <a:solidFill>
              <a:srgbClr val="b78d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" name="object 8"/>
          <p:cNvSpPr/>
          <p:nvPr/>
        </p:nvSpPr>
        <p:spPr>
          <a:xfrm>
            <a:off x="1130040" y="4910040"/>
            <a:ext cx="3860280" cy="22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750"/>
              </a:lnSpc>
              <a:spcBef>
                <a:spcPts val="99"/>
              </a:spcBef>
            </a:pPr>
            <a:r>
              <a:rPr b="0" lang="en-US" sz="220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Adoption</a:t>
            </a:r>
            <a:r>
              <a:rPr b="0" lang="en-US" sz="22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200" spc="15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 </a:t>
            </a:r>
            <a:r>
              <a:rPr b="0" lang="en-US" sz="2200" spc="13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Cryptomonnaies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35000"/>
              </a:lnSpc>
              <a:spcBef>
                <a:spcPts val="1040"/>
              </a:spcBef>
            </a:pPr>
            <a:r>
              <a:rPr b="0" lang="en-US" sz="175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Croissance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rapide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2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 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diversification</a:t>
            </a:r>
            <a:r>
              <a:rPr b="0" lang="en-US" sz="17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actifs </a:t>
            </a: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numériques,</a:t>
            </a:r>
            <a:r>
              <a:rPr b="0" lang="en-US" sz="17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rendant</a:t>
            </a:r>
            <a:r>
              <a:rPr b="0" lang="en-US" sz="17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 </a:t>
            </a: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gestion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complexe.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" name="object 9"/>
          <p:cNvGrpSpPr/>
          <p:nvPr/>
        </p:nvGrpSpPr>
        <p:grpSpPr>
          <a:xfrm>
            <a:off x="5186520" y="4651200"/>
            <a:ext cx="4227120" cy="2810880"/>
            <a:chOff x="5186520" y="4651200"/>
            <a:chExt cx="4227120" cy="2810880"/>
          </a:xfrm>
        </p:grpSpPr>
        <p:sp>
          <p:nvSpPr>
            <p:cNvPr id="52" name="object 10"/>
            <p:cNvSpPr/>
            <p:nvPr/>
          </p:nvSpPr>
          <p:spPr>
            <a:xfrm>
              <a:off x="5217120" y="4651200"/>
              <a:ext cx="4196520" cy="2810880"/>
            </a:xfrm>
            <a:custGeom>
              <a:avLst/>
              <a:gdLst>
                <a:gd name="textAreaLeft" fmla="*/ 0 w 4196520"/>
                <a:gd name="textAreaRight" fmla="*/ 4196880 w 4196520"/>
                <a:gd name="textAreaTop" fmla="*/ 0 h 2810880"/>
                <a:gd name="textAreaBottom" fmla="*/ 2811240 h 2810880"/>
              </a:gdLst>
              <a:ahLst/>
              <a:cxnLst/>
              <a:rect l="textAreaLeft" t="textAreaTop" r="textAreaRight" b="textAreaBottom"/>
              <a:pathLst>
                <a:path w="4196715" h="2811145">
                  <a:moveTo>
                    <a:pt x="4049991" y="0"/>
                  </a:moveTo>
                  <a:lnTo>
                    <a:pt x="146164" y="0"/>
                  </a:lnTo>
                  <a:lnTo>
                    <a:pt x="126285" y="1266"/>
                  </a:lnTo>
                  <a:lnTo>
                    <a:pt x="126832" y="1266"/>
                  </a:lnTo>
                  <a:lnTo>
                    <a:pt x="108405" y="4859"/>
                  </a:lnTo>
                  <a:lnTo>
                    <a:pt x="73075" y="19443"/>
                  </a:lnTo>
                  <a:lnTo>
                    <a:pt x="42749" y="42751"/>
                  </a:lnTo>
                  <a:lnTo>
                    <a:pt x="19443" y="73088"/>
                  </a:lnTo>
                  <a:lnTo>
                    <a:pt x="4992" y="108407"/>
                  </a:lnTo>
                  <a:lnTo>
                    <a:pt x="0" y="146164"/>
                  </a:lnTo>
                  <a:lnTo>
                    <a:pt x="0" y="2664726"/>
                  </a:lnTo>
                  <a:lnTo>
                    <a:pt x="1191" y="2683424"/>
                  </a:lnTo>
                  <a:lnTo>
                    <a:pt x="1214" y="2683786"/>
                  </a:lnTo>
                  <a:lnTo>
                    <a:pt x="19443" y="2737802"/>
                  </a:lnTo>
                  <a:lnTo>
                    <a:pt x="42749" y="2768134"/>
                  </a:lnTo>
                  <a:lnTo>
                    <a:pt x="73075" y="2791447"/>
                  </a:lnTo>
                  <a:lnTo>
                    <a:pt x="108405" y="2805887"/>
                  </a:lnTo>
                  <a:lnTo>
                    <a:pt x="146164" y="2810878"/>
                  </a:lnTo>
                  <a:lnTo>
                    <a:pt x="4050360" y="2810522"/>
                  </a:lnTo>
                  <a:lnTo>
                    <a:pt x="4106197" y="2799587"/>
                  </a:lnTo>
                  <a:lnTo>
                    <a:pt x="4139413" y="2780371"/>
                  </a:lnTo>
                  <a:lnTo>
                    <a:pt x="4166368" y="2753418"/>
                  </a:lnTo>
                  <a:lnTo>
                    <a:pt x="4185431" y="2720202"/>
                  </a:lnTo>
                  <a:lnTo>
                    <a:pt x="4195175" y="2683786"/>
                  </a:lnTo>
                  <a:lnTo>
                    <a:pt x="4195247" y="2683424"/>
                  </a:lnTo>
                  <a:lnTo>
                    <a:pt x="4196487" y="2664726"/>
                  </a:lnTo>
                  <a:lnTo>
                    <a:pt x="4196511" y="2664358"/>
                  </a:lnTo>
                  <a:lnTo>
                    <a:pt x="4196156" y="146164"/>
                  </a:lnTo>
                  <a:lnTo>
                    <a:pt x="4185220" y="90325"/>
                  </a:lnTo>
                  <a:lnTo>
                    <a:pt x="4166005" y="57109"/>
                  </a:lnTo>
                  <a:lnTo>
                    <a:pt x="4139052" y="30150"/>
                  </a:lnTo>
                  <a:lnTo>
                    <a:pt x="4105836" y="11090"/>
                  </a:lnTo>
                  <a:lnTo>
                    <a:pt x="4069057" y="1266"/>
                  </a:lnTo>
                  <a:lnTo>
                    <a:pt x="4049991" y="0"/>
                  </a:lnTo>
                  <a:close/>
                </a:path>
              </a:pathLst>
            </a:custGeom>
            <a:solidFill>
              <a:srgbClr val="fffc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object 11"/>
            <p:cNvSpPr/>
            <p:nvPr/>
          </p:nvSpPr>
          <p:spPr>
            <a:xfrm>
              <a:off x="5217120" y="4651200"/>
              <a:ext cx="4196520" cy="2810880"/>
            </a:xfrm>
            <a:custGeom>
              <a:avLst/>
              <a:gdLst>
                <a:gd name="textAreaLeft" fmla="*/ 0 w 4196520"/>
                <a:gd name="textAreaRight" fmla="*/ 4196880 w 4196520"/>
                <a:gd name="textAreaTop" fmla="*/ 0 h 2810880"/>
                <a:gd name="textAreaBottom" fmla="*/ 2811240 h 2810880"/>
              </a:gdLst>
              <a:ahLst/>
              <a:cxnLst/>
              <a:rect l="textAreaLeft" t="textAreaTop" r="textAreaRight" b="textAreaBottom"/>
              <a:pathLst>
                <a:path w="4196715" h="2811145">
                  <a:moveTo>
                    <a:pt x="0" y="146164"/>
                  </a:moveTo>
                  <a:lnTo>
                    <a:pt x="1264" y="127098"/>
                  </a:lnTo>
                  <a:lnTo>
                    <a:pt x="4992" y="108407"/>
                  </a:lnTo>
                  <a:lnTo>
                    <a:pt x="19443" y="73088"/>
                  </a:lnTo>
                  <a:lnTo>
                    <a:pt x="42749" y="42751"/>
                  </a:lnTo>
                  <a:lnTo>
                    <a:pt x="73075" y="19443"/>
                  </a:lnTo>
                  <a:lnTo>
                    <a:pt x="108405" y="4859"/>
                  </a:lnTo>
                  <a:lnTo>
                    <a:pt x="146164" y="0"/>
                  </a:lnTo>
                  <a:lnTo>
                    <a:pt x="4049991" y="0"/>
                  </a:lnTo>
                  <a:lnTo>
                    <a:pt x="4105836" y="11090"/>
                  </a:lnTo>
                  <a:lnTo>
                    <a:pt x="4139052" y="30150"/>
                  </a:lnTo>
                  <a:lnTo>
                    <a:pt x="4166005" y="57109"/>
                  </a:lnTo>
                  <a:lnTo>
                    <a:pt x="4185220" y="90325"/>
                  </a:lnTo>
                  <a:lnTo>
                    <a:pt x="4196156" y="146164"/>
                  </a:lnTo>
                  <a:lnTo>
                    <a:pt x="4196511" y="2664358"/>
                  </a:lnTo>
                  <a:lnTo>
                    <a:pt x="4195247" y="2683424"/>
                  </a:lnTo>
                  <a:lnTo>
                    <a:pt x="4191520" y="2702117"/>
                  </a:lnTo>
                  <a:lnTo>
                    <a:pt x="4177080" y="2737446"/>
                  </a:lnTo>
                  <a:lnTo>
                    <a:pt x="4153768" y="2767772"/>
                  </a:lnTo>
                  <a:lnTo>
                    <a:pt x="4123435" y="2791079"/>
                  </a:lnTo>
                  <a:lnTo>
                    <a:pt x="4088112" y="2805663"/>
                  </a:lnTo>
                  <a:lnTo>
                    <a:pt x="146164" y="2810878"/>
                  </a:lnTo>
                  <a:lnTo>
                    <a:pt x="90319" y="2799798"/>
                  </a:lnTo>
                  <a:lnTo>
                    <a:pt x="57103" y="2780734"/>
                  </a:lnTo>
                  <a:lnTo>
                    <a:pt x="30150" y="2753780"/>
                  </a:lnTo>
                  <a:lnTo>
                    <a:pt x="10935" y="2720564"/>
                  </a:lnTo>
                  <a:lnTo>
                    <a:pt x="0" y="2664726"/>
                  </a:lnTo>
                  <a:lnTo>
                    <a:pt x="0" y="146164"/>
                  </a:lnTo>
                  <a:close/>
                </a:path>
              </a:pathLst>
            </a:custGeom>
            <a:noFill/>
            <a:ln w="3059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object 12"/>
            <p:cNvSpPr/>
            <p:nvPr/>
          </p:nvSpPr>
          <p:spPr>
            <a:xfrm>
              <a:off x="5186520" y="4651200"/>
              <a:ext cx="122040" cy="281088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810880"/>
                <a:gd name="textAreaBottom" fmla="*/ 2811240 h 2810880"/>
              </a:gdLst>
              <a:ahLst/>
              <a:cxnLst/>
              <a:rect l="textAreaLeft" t="textAreaTop" r="textAreaRight" b="textAreaBottom"/>
              <a:pathLst>
                <a:path w="122554" h="2811145">
                  <a:moveTo>
                    <a:pt x="61013" y="0"/>
                  </a:moveTo>
                  <a:lnTo>
                    <a:pt x="52253" y="523"/>
                  </a:lnTo>
                  <a:lnTo>
                    <a:pt x="52885" y="523"/>
                  </a:lnTo>
                  <a:lnTo>
                    <a:pt x="45365" y="1927"/>
                  </a:lnTo>
                  <a:lnTo>
                    <a:pt x="12735" y="23551"/>
                  </a:lnTo>
                  <a:lnTo>
                    <a:pt x="0" y="60834"/>
                  </a:lnTo>
                  <a:lnTo>
                    <a:pt x="0" y="2750034"/>
                  </a:lnTo>
                  <a:lnTo>
                    <a:pt x="12372" y="2786949"/>
                  </a:lnTo>
                  <a:lnTo>
                    <a:pt x="45010" y="2808755"/>
                  </a:lnTo>
                  <a:lnTo>
                    <a:pt x="60845" y="2810867"/>
                  </a:lnTo>
                  <a:lnTo>
                    <a:pt x="61201" y="2810867"/>
                  </a:lnTo>
                  <a:lnTo>
                    <a:pt x="98118" y="2798139"/>
                  </a:lnTo>
                  <a:lnTo>
                    <a:pt x="119915" y="2765558"/>
                  </a:lnTo>
                  <a:lnTo>
                    <a:pt x="122023" y="60834"/>
                  </a:lnTo>
                  <a:lnTo>
                    <a:pt x="121512" y="53171"/>
                  </a:lnTo>
                  <a:lnTo>
                    <a:pt x="104089" y="17946"/>
                  </a:lnTo>
                  <a:lnTo>
                    <a:pt x="68863" y="523"/>
                  </a:lnTo>
                  <a:lnTo>
                    <a:pt x="61013" y="0"/>
                  </a:lnTo>
                  <a:close/>
                </a:path>
              </a:pathLst>
            </a:custGeom>
            <a:solidFill>
              <a:srgbClr val="b78d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object 13"/>
          <p:cNvSpPr/>
          <p:nvPr/>
        </p:nvSpPr>
        <p:spPr>
          <a:xfrm>
            <a:off x="5552640" y="4909680"/>
            <a:ext cx="3584160" cy="158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20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Évolution</a:t>
            </a:r>
            <a:r>
              <a:rPr b="0" lang="en-US" sz="220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200" spc="17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du</a:t>
            </a:r>
            <a:r>
              <a:rPr b="0" lang="en-US" sz="220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200" spc="12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Web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35000"/>
              </a:lnSpc>
              <a:spcBef>
                <a:spcPts val="1111"/>
              </a:spcBef>
            </a:pPr>
            <a:r>
              <a:rPr b="0" lang="en-US" sz="175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Exigences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élevées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en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ergonomie</a:t>
            </a: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performance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pour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les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interfaces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modernes.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" name="object 14"/>
          <p:cNvGrpSpPr/>
          <p:nvPr/>
        </p:nvGrpSpPr>
        <p:grpSpPr>
          <a:xfrm>
            <a:off x="9609480" y="4651200"/>
            <a:ext cx="4227120" cy="2810880"/>
            <a:chOff x="9609480" y="4651200"/>
            <a:chExt cx="4227120" cy="2810880"/>
          </a:xfrm>
        </p:grpSpPr>
        <p:sp>
          <p:nvSpPr>
            <p:cNvPr id="57" name="object 15"/>
            <p:cNvSpPr/>
            <p:nvPr/>
          </p:nvSpPr>
          <p:spPr>
            <a:xfrm>
              <a:off x="9640080" y="4651200"/>
              <a:ext cx="4196520" cy="2810880"/>
            </a:xfrm>
            <a:custGeom>
              <a:avLst/>
              <a:gdLst>
                <a:gd name="textAreaLeft" fmla="*/ 0 w 4196520"/>
                <a:gd name="textAreaRight" fmla="*/ 4196880 w 4196520"/>
                <a:gd name="textAreaTop" fmla="*/ 0 h 2810880"/>
                <a:gd name="textAreaBottom" fmla="*/ 2811240 h 2810880"/>
              </a:gdLst>
              <a:ahLst/>
              <a:cxnLst/>
              <a:rect l="textAreaLeft" t="textAreaTop" r="textAreaRight" b="textAreaBottom"/>
              <a:pathLst>
                <a:path w="4196715" h="2811145">
                  <a:moveTo>
                    <a:pt x="4050004" y="0"/>
                  </a:moveTo>
                  <a:lnTo>
                    <a:pt x="146164" y="0"/>
                  </a:lnTo>
                  <a:lnTo>
                    <a:pt x="126285" y="1266"/>
                  </a:lnTo>
                  <a:lnTo>
                    <a:pt x="126833" y="1266"/>
                  </a:lnTo>
                  <a:lnTo>
                    <a:pt x="108407" y="4859"/>
                  </a:lnTo>
                  <a:lnTo>
                    <a:pt x="73088" y="19443"/>
                  </a:lnTo>
                  <a:lnTo>
                    <a:pt x="42756" y="42751"/>
                  </a:lnTo>
                  <a:lnTo>
                    <a:pt x="19443" y="73088"/>
                  </a:lnTo>
                  <a:lnTo>
                    <a:pt x="4997" y="108407"/>
                  </a:lnTo>
                  <a:lnTo>
                    <a:pt x="0" y="146164"/>
                  </a:lnTo>
                  <a:lnTo>
                    <a:pt x="0" y="2664726"/>
                  </a:lnTo>
                  <a:lnTo>
                    <a:pt x="1193" y="2683424"/>
                  </a:lnTo>
                  <a:lnTo>
                    <a:pt x="1216" y="2683786"/>
                  </a:lnTo>
                  <a:lnTo>
                    <a:pt x="4793" y="2702117"/>
                  </a:lnTo>
                  <a:lnTo>
                    <a:pt x="4864" y="2702479"/>
                  </a:lnTo>
                  <a:lnTo>
                    <a:pt x="10819" y="2720202"/>
                  </a:lnTo>
                  <a:lnTo>
                    <a:pt x="30156" y="2753780"/>
                  </a:lnTo>
                  <a:lnTo>
                    <a:pt x="57110" y="2780734"/>
                  </a:lnTo>
                  <a:lnTo>
                    <a:pt x="90325" y="2799798"/>
                  </a:lnTo>
                  <a:lnTo>
                    <a:pt x="146164" y="2810878"/>
                  </a:lnTo>
                  <a:lnTo>
                    <a:pt x="4050360" y="2810522"/>
                  </a:lnTo>
                  <a:lnTo>
                    <a:pt x="4106204" y="2799587"/>
                  </a:lnTo>
                  <a:lnTo>
                    <a:pt x="4139420" y="2780371"/>
                  </a:lnTo>
                  <a:lnTo>
                    <a:pt x="4166373" y="2753418"/>
                  </a:lnTo>
                  <a:lnTo>
                    <a:pt x="4185433" y="2720202"/>
                  </a:lnTo>
                  <a:lnTo>
                    <a:pt x="4191405" y="2702479"/>
                  </a:lnTo>
                  <a:lnTo>
                    <a:pt x="4191527" y="2702117"/>
                  </a:lnTo>
                  <a:lnTo>
                    <a:pt x="4195185" y="2683786"/>
                  </a:lnTo>
                  <a:lnTo>
                    <a:pt x="4195258" y="2683424"/>
                  </a:lnTo>
                  <a:lnTo>
                    <a:pt x="4196500" y="2664726"/>
                  </a:lnTo>
                  <a:lnTo>
                    <a:pt x="4196168" y="146164"/>
                  </a:lnTo>
                  <a:lnTo>
                    <a:pt x="4185228" y="90325"/>
                  </a:lnTo>
                  <a:lnTo>
                    <a:pt x="4166017" y="57109"/>
                  </a:lnTo>
                  <a:lnTo>
                    <a:pt x="4139059" y="30150"/>
                  </a:lnTo>
                  <a:lnTo>
                    <a:pt x="4105843" y="11090"/>
                  </a:lnTo>
                  <a:lnTo>
                    <a:pt x="4069070" y="1266"/>
                  </a:lnTo>
                  <a:lnTo>
                    <a:pt x="4050004" y="0"/>
                  </a:lnTo>
                  <a:close/>
                </a:path>
              </a:pathLst>
            </a:custGeom>
            <a:solidFill>
              <a:srgbClr val="fffc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object 16"/>
            <p:cNvSpPr/>
            <p:nvPr/>
          </p:nvSpPr>
          <p:spPr>
            <a:xfrm>
              <a:off x="9640080" y="4651200"/>
              <a:ext cx="4196520" cy="2810880"/>
            </a:xfrm>
            <a:custGeom>
              <a:avLst/>
              <a:gdLst>
                <a:gd name="textAreaLeft" fmla="*/ 0 w 4196520"/>
                <a:gd name="textAreaRight" fmla="*/ 4196880 w 4196520"/>
                <a:gd name="textAreaTop" fmla="*/ 0 h 2810880"/>
                <a:gd name="textAreaBottom" fmla="*/ 2811240 h 2810880"/>
              </a:gdLst>
              <a:ahLst/>
              <a:cxnLst/>
              <a:rect l="textAreaLeft" t="textAreaTop" r="textAreaRight" b="textAreaBottom"/>
              <a:pathLst>
                <a:path w="4196715" h="2811145">
                  <a:moveTo>
                    <a:pt x="0" y="146164"/>
                  </a:moveTo>
                  <a:lnTo>
                    <a:pt x="1266" y="127098"/>
                  </a:lnTo>
                  <a:lnTo>
                    <a:pt x="4997" y="108407"/>
                  </a:lnTo>
                  <a:lnTo>
                    <a:pt x="19443" y="73088"/>
                  </a:lnTo>
                  <a:lnTo>
                    <a:pt x="42756" y="42751"/>
                  </a:lnTo>
                  <a:lnTo>
                    <a:pt x="73088" y="19443"/>
                  </a:lnTo>
                  <a:lnTo>
                    <a:pt x="108407" y="4859"/>
                  </a:lnTo>
                  <a:lnTo>
                    <a:pt x="146164" y="0"/>
                  </a:lnTo>
                  <a:lnTo>
                    <a:pt x="4050004" y="0"/>
                  </a:lnTo>
                  <a:lnTo>
                    <a:pt x="4105843" y="11090"/>
                  </a:lnTo>
                  <a:lnTo>
                    <a:pt x="4139059" y="30150"/>
                  </a:lnTo>
                  <a:lnTo>
                    <a:pt x="4166017" y="57109"/>
                  </a:lnTo>
                  <a:lnTo>
                    <a:pt x="4185228" y="90325"/>
                  </a:lnTo>
                  <a:lnTo>
                    <a:pt x="4196168" y="146164"/>
                  </a:lnTo>
                  <a:lnTo>
                    <a:pt x="4196524" y="2664358"/>
                  </a:lnTo>
                  <a:lnTo>
                    <a:pt x="4195258" y="2683424"/>
                  </a:lnTo>
                  <a:lnTo>
                    <a:pt x="4191527" y="2702117"/>
                  </a:lnTo>
                  <a:lnTo>
                    <a:pt x="4177080" y="2737446"/>
                  </a:lnTo>
                  <a:lnTo>
                    <a:pt x="4153774" y="2767772"/>
                  </a:lnTo>
                  <a:lnTo>
                    <a:pt x="4123448" y="2791079"/>
                  </a:lnTo>
                  <a:lnTo>
                    <a:pt x="4088118" y="2805663"/>
                  </a:lnTo>
                  <a:lnTo>
                    <a:pt x="146164" y="2810878"/>
                  </a:lnTo>
                  <a:lnTo>
                    <a:pt x="90325" y="2799798"/>
                  </a:lnTo>
                  <a:lnTo>
                    <a:pt x="57110" y="2780734"/>
                  </a:lnTo>
                  <a:lnTo>
                    <a:pt x="30156" y="2753780"/>
                  </a:lnTo>
                  <a:lnTo>
                    <a:pt x="10940" y="2720564"/>
                  </a:lnTo>
                  <a:lnTo>
                    <a:pt x="0" y="2664726"/>
                  </a:lnTo>
                  <a:lnTo>
                    <a:pt x="0" y="146164"/>
                  </a:lnTo>
                  <a:close/>
                </a:path>
              </a:pathLst>
            </a:custGeom>
            <a:noFill/>
            <a:ln w="3059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object 17"/>
            <p:cNvSpPr/>
            <p:nvPr/>
          </p:nvSpPr>
          <p:spPr>
            <a:xfrm>
              <a:off x="9609480" y="4651200"/>
              <a:ext cx="122040" cy="281088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2810880"/>
                <a:gd name="textAreaBottom" fmla="*/ 2811240 h 2810880"/>
              </a:gdLst>
              <a:ahLst/>
              <a:cxnLst/>
              <a:rect l="textAreaLeft" t="textAreaTop" r="textAreaRight" b="textAreaBottom"/>
              <a:pathLst>
                <a:path w="122554" h="2811145">
                  <a:moveTo>
                    <a:pt x="61013" y="0"/>
                  </a:moveTo>
                  <a:lnTo>
                    <a:pt x="52245" y="523"/>
                  </a:lnTo>
                  <a:lnTo>
                    <a:pt x="52877" y="523"/>
                  </a:lnTo>
                  <a:lnTo>
                    <a:pt x="45354" y="1927"/>
                  </a:lnTo>
                  <a:lnTo>
                    <a:pt x="12727" y="23551"/>
                  </a:lnTo>
                  <a:lnTo>
                    <a:pt x="0" y="60834"/>
                  </a:lnTo>
                  <a:lnTo>
                    <a:pt x="0" y="2750034"/>
                  </a:lnTo>
                  <a:lnTo>
                    <a:pt x="467" y="2757691"/>
                  </a:lnTo>
                  <a:lnTo>
                    <a:pt x="477" y="2757846"/>
                  </a:lnTo>
                  <a:lnTo>
                    <a:pt x="17595" y="2792915"/>
                  </a:lnTo>
                  <a:lnTo>
                    <a:pt x="52820" y="2810334"/>
                  </a:lnTo>
                  <a:lnTo>
                    <a:pt x="60845" y="2810867"/>
                  </a:lnTo>
                  <a:lnTo>
                    <a:pt x="61201" y="2810867"/>
                  </a:lnTo>
                  <a:lnTo>
                    <a:pt x="98116" y="2798139"/>
                  </a:lnTo>
                  <a:lnTo>
                    <a:pt x="119907" y="2765558"/>
                  </a:lnTo>
                  <a:lnTo>
                    <a:pt x="122010" y="60834"/>
                  </a:lnTo>
                  <a:lnTo>
                    <a:pt x="121501" y="53171"/>
                  </a:lnTo>
                  <a:lnTo>
                    <a:pt x="104082" y="17946"/>
                  </a:lnTo>
                  <a:lnTo>
                    <a:pt x="68863" y="523"/>
                  </a:lnTo>
                  <a:lnTo>
                    <a:pt x="61013" y="0"/>
                  </a:lnTo>
                  <a:close/>
                </a:path>
              </a:pathLst>
            </a:custGeom>
            <a:solidFill>
              <a:srgbClr val="b78d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" name="object 18"/>
          <p:cNvSpPr/>
          <p:nvPr/>
        </p:nvSpPr>
        <p:spPr>
          <a:xfrm>
            <a:off x="9976320" y="4910040"/>
            <a:ext cx="351108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750"/>
              </a:lnSpc>
              <a:spcBef>
                <a:spcPts val="99"/>
              </a:spcBef>
            </a:pPr>
            <a:r>
              <a:rPr b="0" lang="en-US" sz="220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Maîtrise</a:t>
            </a:r>
            <a:r>
              <a:rPr b="0" lang="en-US" sz="22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200" spc="15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 </a:t>
            </a:r>
            <a:r>
              <a:rPr b="0" lang="en-US" sz="2200" spc="1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Fondamentaux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35000"/>
              </a:lnSpc>
              <a:spcBef>
                <a:spcPts val="1040"/>
              </a:spcBef>
            </a:pP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Importance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HTML,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2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CSS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2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 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JavaScript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vanilla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un </a:t>
            </a:r>
            <a:r>
              <a:rPr b="0" lang="en-US" sz="175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développement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robuste.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267240" y="1058400"/>
            <a:ext cx="7063920" cy="704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4450" spc="136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Objectifs</a:t>
            </a:r>
            <a:r>
              <a:rPr b="0" lang="en-US" sz="4450" spc="7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139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et</a:t>
            </a:r>
            <a:r>
              <a:rPr b="0" lang="en-US" sz="4450" spc="79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-459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T</a:t>
            </a:r>
            <a:r>
              <a:rPr b="0" lang="en-US" sz="4450" spc="26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echnologies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object 3"/>
          <p:cNvSpPr/>
          <p:nvPr/>
        </p:nvSpPr>
        <p:spPr>
          <a:xfrm>
            <a:off x="6267600" y="2554920"/>
            <a:ext cx="3562200" cy="41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650" spc="5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Objectif</a:t>
            </a:r>
            <a:r>
              <a:rPr b="0" lang="en-US" sz="2650" spc="4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2650" spc="7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Principal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object 4"/>
          <p:cNvSpPr/>
          <p:nvPr/>
        </p:nvSpPr>
        <p:spPr>
          <a:xfrm>
            <a:off x="6267240" y="3142440"/>
            <a:ext cx="321408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35000"/>
              </a:lnSpc>
              <a:spcBef>
                <a:spcPts val="99"/>
              </a:spcBef>
            </a:pP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Concevoir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3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une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interface intuitive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suivre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gérer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les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investissements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en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cryptomonnaies.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object 5"/>
          <p:cNvSpPr/>
          <p:nvPr/>
        </p:nvSpPr>
        <p:spPr>
          <a:xfrm>
            <a:off x="6267240" y="5586840"/>
            <a:ext cx="10440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75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object 6"/>
          <p:cNvSpPr/>
          <p:nvPr/>
        </p:nvSpPr>
        <p:spPr>
          <a:xfrm>
            <a:off x="6267240" y="6083280"/>
            <a:ext cx="10440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75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bject 7"/>
          <p:cNvSpPr/>
          <p:nvPr/>
        </p:nvSpPr>
        <p:spPr>
          <a:xfrm>
            <a:off x="6267240" y="4615200"/>
            <a:ext cx="3488400" cy="22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440">
              <a:lnSpc>
                <a:spcPct val="135000"/>
              </a:lnSpc>
              <a:spcBef>
                <a:spcPts val="99"/>
              </a:spcBef>
              <a:buClr>
                <a:srgbClr val="44413f"/>
              </a:buClr>
              <a:buFont typeface="Arial MT"/>
              <a:buChar char="•"/>
              <a:tabLst>
                <a:tab algn="l" pos="355680"/>
              </a:tabLst>
            </a:pP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Centraliser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les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informations </a:t>
            </a: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essentielles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spcBef>
                <a:spcPts val="1386"/>
              </a:spcBef>
              <a:tabLst>
                <a:tab algn="l" pos="355680"/>
              </a:tabLst>
            </a:pP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Visualisation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2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données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35000"/>
              </a:lnSpc>
              <a:spcBef>
                <a:spcPts val="635"/>
              </a:spcBef>
              <a:tabLst>
                <a:tab algn="l" pos="355680"/>
              </a:tabLst>
            </a:pP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Expérience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utilisateur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fluide </a:t>
            </a: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(SPA)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bject 8"/>
          <p:cNvSpPr/>
          <p:nvPr/>
        </p:nvSpPr>
        <p:spPr>
          <a:xfrm>
            <a:off x="10329840" y="2322720"/>
            <a:ext cx="2928960" cy="8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080" bIns="0" anchor="t">
            <a:spAutoFit/>
          </a:bodyPr>
          <a:p>
            <a:pPr marL="12600">
              <a:lnSpc>
                <a:spcPts val="3300"/>
              </a:lnSpc>
              <a:spcBef>
                <a:spcPts val="79"/>
              </a:spcBef>
            </a:pPr>
            <a:r>
              <a:rPr b="0" lang="en-US" sz="2650" spc="113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Technologies </a:t>
            </a:r>
            <a:r>
              <a:rPr b="0" lang="en-US" sz="2650" spc="96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Utilisées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object 9"/>
          <p:cNvSpPr/>
          <p:nvPr/>
        </p:nvSpPr>
        <p:spPr>
          <a:xfrm>
            <a:off x="10329840" y="3384720"/>
            <a:ext cx="34596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35000"/>
              </a:lnSpc>
              <a:spcBef>
                <a:spcPts val="99"/>
              </a:spcBef>
            </a:pP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Développement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exclusif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avec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technologies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2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web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natives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-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: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object 10"/>
          <p:cNvSpPr/>
          <p:nvPr/>
        </p:nvSpPr>
        <p:spPr>
          <a:xfrm>
            <a:off x="10329840" y="4816440"/>
            <a:ext cx="104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75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object 11"/>
          <p:cNvSpPr/>
          <p:nvPr/>
        </p:nvSpPr>
        <p:spPr>
          <a:xfrm>
            <a:off x="10329840" y="5258880"/>
            <a:ext cx="104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75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object 12"/>
          <p:cNvSpPr/>
          <p:nvPr/>
        </p:nvSpPr>
        <p:spPr>
          <a:xfrm>
            <a:off x="10329840" y="6063840"/>
            <a:ext cx="104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75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bject 13"/>
          <p:cNvSpPr/>
          <p:nvPr/>
        </p:nvSpPr>
        <p:spPr>
          <a:xfrm>
            <a:off x="10329840" y="4572000"/>
            <a:ext cx="3505320" cy="30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9"/>
              </a:spcBef>
              <a:buClr>
                <a:srgbClr val="44413f"/>
              </a:buClr>
              <a:buFont typeface="Arial MT"/>
              <a:buChar char="•"/>
              <a:tabLst>
                <a:tab algn="l" pos="355680"/>
              </a:tabLst>
            </a:pPr>
            <a:r>
              <a:rPr b="0" lang="en-US" sz="1750" spc="13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HTML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structure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spcBef>
                <a:spcPts val="1380"/>
              </a:spcBef>
              <a:tabLst>
                <a:tab algn="l" pos="355680"/>
              </a:tabLst>
            </a:pPr>
            <a:r>
              <a:rPr b="0" lang="en-US" sz="1750" spc="2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CSS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design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35000"/>
              </a:lnSpc>
              <a:spcBef>
                <a:spcPts val="629"/>
              </a:spcBef>
              <a:tabLst>
                <a:tab algn="l" pos="355680"/>
              </a:tabLst>
            </a:pP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JavaScript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vanilla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2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 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logique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35000"/>
              </a:lnSpc>
              <a:spcBef>
                <a:spcPts val="641"/>
              </a:spcBef>
              <a:tabLst>
                <a:tab algn="l" pos="355680"/>
              </a:tabLst>
            </a:pP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Chart.js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graphiques </a:t>
            </a: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(mentionné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dans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cahier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2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charges)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object 2"/>
          <p:cNvGrpSpPr/>
          <p:nvPr/>
        </p:nvGrpSpPr>
        <p:grpSpPr>
          <a:xfrm>
            <a:off x="9144000" y="0"/>
            <a:ext cx="5485680" cy="8228520"/>
            <a:chOff x="9144000" y="0"/>
            <a:chExt cx="5485680" cy="8228520"/>
          </a:xfrm>
        </p:grpSpPr>
        <p:pic>
          <p:nvPicPr>
            <p:cNvPr id="74" name="object 3" descr=""/>
            <p:cNvPicPr/>
            <p:nvPr/>
          </p:nvPicPr>
          <p:blipFill>
            <a:blip r:embed="rId1"/>
            <a:stretch/>
          </p:blipFill>
          <p:spPr>
            <a:xfrm>
              <a:off x="9144000" y="0"/>
              <a:ext cx="5485680" cy="8228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5" name="object 4" descr=""/>
            <p:cNvPicPr/>
            <p:nvPr/>
          </p:nvPicPr>
          <p:blipFill>
            <a:blip r:embed="rId2"/>
            <a:stretch/>
          </p:blipFill>
          <p:spPr>
            <a:xfrm>
              <a:off x="9372600" y="2467080"/>
              <a:ext cx="5028840" cy="3381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78960" y="578160"/>
            <a:ext cx="7785000" cy="1576080"/>
          </a:xfrm>
          <a:prstGeom prst="rect">
            <a:avLst/>
          </a:prstGeom>
          <a:noFill/>
          <a:ln w="0">
            <a:noFill/>
          </a:ln>
        </p:spPr>
        <p:txBody>
          <a:bodyPr lIns="0" rIns="0" tIns="151560" bIns="0" anchor="t">
            <a:spAutoFit/>
          </a:bodyPr>
          <a:p>
            <a:pPr marL="11484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4450" spc="22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Motivation</a:t>
            </a:r>
            <a:r>
              <a:rPr b="0" lang="en-US" sz="4450" spc="7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34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du</a:t>
            </a:r>
            <a:r>
              <a:rPr b="0" lang="en-US" sz="4450" spc="7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-1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Projet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77" name="object 6"/>
          <p:cNvGrpSpPr/>
          <p:nvPr/>
        </p:nvGrpSpPr>
        <p:grpSpPr>
          <a:xfrm>
            <a:off x="793080" y="1751760"/>
            <a:ext cx="3664800" cy="2955600"/>
            <a:chOff x="793080" y="1751760"/>
            <a:chExt cx="3664800" cy="2955600"/>
          </a:xfrm>
        </p:grpSpPr>
        <p:sp>
          <p:nvSpPr>
            <p:cNvPr id="78" name="object 7"/>
            <p:cNvSpPr/>
            <p:nvPr/>
          </p:nvSpPr>
          <p:spPr>
            <a:xfrm>
              <a:off x="793080" y="1751760"/>
              <a:ext cx="3664800" cy="2955600"/>
            </a:xfrm>
            <a:custGeom>
              <a:avLst/>
              <a:gdLst>
                <a:gd name="textAreaLeft" fmla="*/ 0 w 3664800"/>
                <a:gd name="textAreaRight" fmla="*/ 3665160 w 3664800"/>
                <a:gd name="textAreaTop" fmla="*/ 0 h 2955600"/>
                <a:gd name="textAreaBottom" fmla="*/ 2955960 h 2955600"/>
              </a:gdLst>
              <a:ahLst/>
              <a:cxnLst/>
              <a:rect l="textAreaLeft" t="textAreaTop" r="textAreaRight" b="textAreaBottom"/>
              <a:pathLst>
                <a:path w="3665220" h="2955925">
                  <a:moveTo>
                    <a:pt x="95757" y="0"/>
                  </a:moveTo>
                  <a:lnTo>
                    <a:pt x="47878" y="12953"/>
                  </a:lnTo>
                  <a:lnTo>
                    <a:pt x="12966" y="47878"/>
                  </a:lnTo>
                  <a:lnTo>
                    <a:pt x="368" y="95402"/>
                  </a:lnTo>
                  <a:lnTo>
                    <a:pt x="0" y="2860192"/>
                  </a:lnTo>
                  <a:lnTo>
                    <a:pt x="850" y="2872579"/>
                  </a:lnTo>
                  <a:lnTo>
                    <a:pt x="861" y="2872740"/>
                  </a:lnTo>
                  <a:lnTo>
                    <a:pt x="3340" y="2884763"/>
                  </a:lnTo>
                  <a:lnTo>
                    <a:pt x="3378" y="2884947"/>
                  </a:lnTo>
                  <a:lnTo>
                    <a:pt x="7375" y="2896543"/>
                  </a:lnTo>
                  <a:lnTo>
                    <a:pt x="37362" y="2935921"/>
                  </a:lnTo>
                  <a:lnTo>
                    <a:pt x="83015" y="2954790"/>
                  </a:lnTo>
                  <a:lnTo>
                    <a:pt x="95402" y="2955594"/>
                  </a:lnTo>
                  <a:lnTo>
                    <a:pt x="3569766" y="2955594"/>
                  </a:lnTo>
                  <a:lnTo>
                    <a:pt x="3581498" y="2954790"/>
                  </a:lnTo>
                  <a:lnTo>
                    <a:pt x="3582039" y="2954790"/>
                  </a:lnTo>
                  <a:lnTo>
                    <a:pt x="3627962" y="2935765"/>
                  </a:lnTo>
                  <a:lnTo>
                    <a:pt x="3657920" y="2896750"/>
                  </a:lnTo>
                  <a:lnTo>
                    <a:pt x="3658021" y="2896543"/>
                  </a:lnTo>
                  <a:lnTo>
                    <a:pt x="3665169" y="2860192"/>
                  </a:lnTo>
                  <a:lnTo>
                    <a:pt x="3665144" y="95402"/>
                  </a:lnTo>
                  <a:lnTo>
                    <a:pt x="3652202" y="47878"/>
                  </a:lnTo>
                  <a:lnTo>
                    <a:pt x="3617277" y="12953"/>
                  </a:lnTo>
                  <a:lnTo>
                    <a:pt x="3569766" y="355"/>
                  </a:lnTo>
                  <a:lnTo>
                    <a:pt x="95757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object 8"/>
            <p:cNvSpPr/>
            <p:nvPr/>
          </p:nvSpPr>
          <p:spPr>
            <a:xfrm>
              <a:off x="793080" y="1751760"/>
              <a:ext cx="3664800" cy="2955600"/>
            </a:xfrm>
            <a:custGeom>
              <a:avLst/>
              <a:gdLst>
                <a:gd name="textAreaLeft" fmla="*/ 0 w 3664800"/>
                <a:gd name="textAreaRight" fmla="*/ 3665160 w 3664800"/>
                <a:gd name="textAreaTop" fmla="*/ 0 h 2955600"/>
                <a:gd name="textAreaBottom" fmla="*/ 2955960 h 2955600"/>
              </a:gdLst>
              <a:ahLst/>
              <a:cxnLst/>
              <a:rect l="textAreaLeft" t="textAreaTop" r="textAreaRight" b="textAreaBottom"/>
              <a:pathLst>
                <a:path w="3665220" h="2955925">
                  <a:moveTo>
                    <a:pt x="368" y="95402"/>
                  </a:moveTo>
                  <a:lnTo>
                    <a:pt x="1172" y="83015"/>
                  </a:lnTo>
                  <a:lnTo>
                    <a:pt x="3562" y="70831"/>
                  </a:lnTo>
                  <a:lnTo>
                    <a:pt x="28260" y="27987"/>
                  </a:lnTo>
                  <a:lnTo>
                    <a:pt x="71013" y="3371"/>
                  </a:lnTo>
                  <a:lnTo>
                    <a:pt x="95757" y="0"/>
                  </a:lnTo>
                  <a:lnTo>
                    <a:pt x="3569766" y="355"/>
                  </a:lnTo>
                  <a:lnTo>
                    <a:pt x="3617277" y="12953"/>
                  </a:lnTo>
                  <a:lnTo>
                    <a:pt x="3652202" y="47878"/>
                  </a:lnTo>
                  <a:lnTo>
                    <a:pt x="3665169" y="95757"/>
                  </a:lnTo>
                  <a:lnTo>
                    <a:pt x="3665169" y="2860192"/>
                  </a:lnTo>
                  <a:lnTo>
                    <a:pt x="3664363" y="2872579"/>
                  </a:lnTo>
                  <a:lnTo>
                    <a:pt x="3661968" y="2884763"/>
                  </a:lnTo>
                  <a:lnTo>
                    <a:pt x="3637264" y="2927607"/>
                  </a:lnTo>
                  <a:lnTo>
                    <a:pt x="3594515" y="2952222"/>
                  </a:lnTo>
                  <a:lnTo>
                    <a:pt x="3569766" y="2955594"/>
                  </a:lnTo>
                  <a:lnTo>
                    <a:pt x="95402" y="2955594"/>
                  </a:lnTo>
                  <a:lnTo>
                    <a:pt x="47878" y="2942996"/>
                  </a:lnTo>
                  <a:lnTo>
                    <a:pt x="12966" y="2908084"/>
                  </a:lnTo>
                  <a:lnTo>
                    <a:pt x="0" y="2860192"/>
                  </a:lnTo>
                  <a:lnTo>
                    <a:pt x="368" y="95402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object 9"/>
            <p:cNvSpPr/>
            <p:nvPr/>
          </p:nvSpPr>
          <p:spPr>
            <a:xfrm>
              <a:off x="1027800" y="1986120"/>
              <a:ext cx="680400" cy="680400"/>
            </a:xfrm>
            <a:custGeom>
              <a:avLst/>
              <a:gdLst>
                <a:gd name="textAreaLeft" fmla="*/ 0 w 680400"/>
                <a:gd name="textAreaRight" fmla="*/ 680760 w 680400"/>
                <a:gd name="textAreaTop" fmla="*/ 0 h 680400"/>
                <a:gd name="textAreaBottom" fmla="*/ 680760 h 680400"/>
              </a:gdLst>
              <a:ahLst/>
              <a:cxnLst/>
              <a:rect l="textAreaLeft" t="textAreaTop" r="textAreaRight" b="textAreaBottom"/>
              <a:pathLst>
                <a:path w="680719" h="680719">
                  <a:moveTo>
                    <a:pt x="340207" y="0"/>
                  </a:moveTo>
                  <a:lnTo>
                    <a:pt x="295677" y="2943"/>
                  </a:lnTo>
                  <a:lnTo>
                    <a:pt x="252095" y="11658"/>
                  </a:lnTo>
                  <a:lnTo>
                    <a:pt x="209998" y="25974"/>
                  </a:lnTo>
                  <a:lnTo>
                    <a:pt x="169925" y="45720"/>
                  </a:lnTo>
                  <a:lnTo>
                    <a:pt x="133000" y="70499"/>
                  </a:lnTo>
                  <a:lnTo>
                    <a:pt x="99721" y="99766"/>
                  </a:lnTo>
                  <a:lnTo>
                    <a:pt x="70493" y="133150"/>
                  </a:lnTo>
                  <a:lnTo>
                    <a:pt x="45719" y="170281"/>
                  </a:lnTo>
                  <a:lnTo>
                    <a:pt x="25969" y="210148"/>
                  </a:lnTo>
                  <a:lnTo>
                    <a:pt x="11653" y="252139"/>
                  </a:lnTo>
                  <a:lnTo>
                    <a:pt x="2941" y="295682"/>
                  </a:lnTo>
                  <a:lnTo>
                    <a:pt x="0" y="340207"/>
                  </a:lnTo>
                  <a:lnTo>
                    <a:pt x="2941" y="384732"/>
                  </a:lnTo>
                  <a:lnTo>
                    <a:pt x="11653" y="428315"/>
                  </a:lnTo>
                  <a:lnTo>
                    <a:pt x="25969" y="470414"/>
                  </a:lnTo>
                  <a:lnTo>
                    <a:pt x="45719" y="510489"/>
                  </a:lnTo>
                  <a:lnTo>
                    <a:pt x="70499" y="547407"/>
                  </a:lnTo>
                  <a:lnTo>
                    <a:pt x="99766" y="580682"/>
                  </a:lnTo>
                  <a:lnTo>
                    <a:pt x="133150" y="609908"/>
                  </a:lnTo>
                  <a:lnTo>
                    <a:pt x="170281" y="634682"/>
                  </a:lnTo>
                  <a:lnTo>
                    <a:pt x="210148" y="654433"/>
                  </a:lnTo>
                  <a:lnTo>
                    <a:pt x="252139" y="668748"/>
                  </a:lnTo>
                  <a:lnTo>
                    <a:pt x="295682" y="677461"/>
                  </a:lnTo>
                  <a:lnTo>
                    <a:pt x="340207" y="680402"/>
                  </a:lnTo>
                  <a:lnTo>
                    <a:pt x="384732" y="677461"/>
                  </a:lnTo>
                  <a:lnTo>
                    <a:pt x="428313" y="668748"/>
                  </a:lnTo>
                  <a:lnTo>
                    <a:pt x="470409" y="654433"/>
                  </a:lnTo>
                  <a:lnTo>
                    <a:pt x="510476" y="634682"/>
                  </a:lnTo>
                  <a:lnTo>
                    <a:pt x="547401" y="609908"/>
                  </a:lnTo>
                  <a:lnTo>
                    <a:pt x="580680" y="580682"/>
                  </a:lnTo>
                  <a:lnTo>
                    <a:pt x="609908" y="547407"/>
                  </a:lnTo>
                  <a:lnTo>
                    <a:pt x="634682" y="510489"/>
                  </a:lnTo>
                  <a:lnTo>
                    <a:pt x="654433" y="470414"/>
                  </a:lnTo>
                  <a:lnTo>
                    <a:pt x="668748" y="428315"/>
                  </a:lnTo>
                  <a:lnTo>
                    <a:pt x="677461" y="384732"/>
                  </a:lnTo>
                  <a:lnTo>
                    <a:pt x="680402" y="340207"/>
                  </a:lnTo>
                  <a:lnTo>
                    <a:pt x="677461" y="295682"/>
                  </a:lnTo>
                  <a:lnTo>
                    <a:pt x="668748" y="252139"/>
                  </a:lnTo>
                  <a:lnTo>
                    <a:pt x="654433" y="210148"/>
                  </a:lnTo>
                  <a:lnTo>
                    <a:pt x="634682" y="170281"/>
                  </a:lnTo>
                  <a:lnTo>
                    <a:pt x="609903" y="133150"/>
                  </a:lnTo>
                  <a:lnTo>
                    <a:pt x="580636" y="99766"/>
                  </a:lnTo>
                  <a:lnTo>
                    <a:pt x="547251" y="70499"/>
                  </a:lnTo>
                  <a:lnTo>
                    <a:pt x="510120" y="45720"/>
                  </a:lnTo>
                  <a:lnTo>
                    <a:pt x="470259" y="25974"/>
                  </a:lnTo>
                  <a:lnTo>
                    <a:pt x="428269" y="11658"/>
                  </a:lnTo>
                  <a:lnTo>
                    <a:pt x="384726" y="2943"/>
                  </a:lnTo>
                  <a:lnTo>
                    <a:pt x="340207" y="0"/>
                  </a:lnTo>
                  <a:close/>
                </a:path>
              </a:pathLst>
            </a:custGeom>
            <a:solidFill>
              <a:srgbClr val="b78d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1" name="object 10" descr=""/>
            <p:cNvPicPr/>
            <p:nvPr/>
          </p:nvPicPr>
          <p:blipFill>
            <a:blip r:embed="rId3"/>
            <a:stretch/>
          </p:blipFill>
          <p:spPr>
            <a:xfrm>
              <a:off x="1265040" y="2179440"/>
              <a:ext cx="206280" cy="292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2" name="object 11"/>
          <p:cNvSpPr/>
          <p:nvPr/>
        </p:nvSpPr>
        <p:spPr>
          <a:xfrm>
            <a:off x="1015200" y="2894760"/>
            <a:ext cx="3099600" cy="15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2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Intérêt </a:t>
            </a:r>
            <a:r>
              <a:rPr b="0" lang="en-US" sz="220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Personnel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35000"/>
              </a:lnSpc>
              <a:spcBef>
                <a:spcPts val="1111"/>
              </a:spcBef>
            </a:pP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Fascination</a:t>
            </a:r>
            <a:r>
              <a:rPr b="0" lang="en-US" sz="17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les </a:t>
            </a:r>
            <a:r>
              <a:rPr b="0" lang="en-US" sz="175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cryptomonnaies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2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technologie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blockchain.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object 12"/>
          <p:cNvGrpSpPr/>
          <p:nvPr/>
        </p:nvGrpSpPr>
        <p:grpSpPr>
          <a:xfrm>
            <a:off x="4684680" y="1751760"/>
            <a:ext cx="3664800" cy="2955600"/>
            <a:chOff x="4684680" y="1751760"/>
            <a:chExt cx="3664800" cy="2955600"/>
          </a:xfrm>
        </p:grpSpPr>
        <p:sp>
          <p:nvSpPr>
            <p:cNvPr id="84" name="object 13"/>
            <p:cNvSpPr/>
            <p:nvPr/>
          </p:nvSpPr>
          <p:spPr>
            <a:xfrm>
              <a:off x="4684680" y="1751760"/>
              <a:ext cx="3664800" cy="2955600"/>
            </a:xfrm>
            <a:custGeom>
              <a:avLst/>
              <a:gdLst>
                <a:gd name="textAreaLeft" fmla="*/ 0 w 3664800"/>
                <a:gd name="textAreaRight" fmla="*/ 3665160 w 3664800"/>
                <a:gd name="textAreaTop" fmla="*/ 0 h 2955600"/>
                <a:gd name="textAreaBottom" fmla="*/ 2955960 h 2955600"/>
              </a:gdLst>
              <a:ahLst/>
              <a:cxnLst/>
              <a:rect l="textAreaLeft" t="textAreaTop" r="textAreaRight" b="textAreaBottom"/>
              <a:pathLst>
                <a:path w="3665220" h="2955925">
                  <a:moveTo>
                    <a:pt x="95770" y="0"/>
                  </a:moveTo>
                  <a:lnTo>
                    <a:pt x="47891" y="12953"/>
                  </a:lnTo>
                  <a:lnTo>
                    <a:pt x="12966" y="47878"/>
                  </a:lnTo>
                  <a:lnTo>
                    <a:pt x="368" y="95402"/>
                  </a:lnTo>
                  <a:lnTo>
                    <a:pt x="0" y="2860192"/>
                  </a:lnTo>
                  <a:lnTo>
                    <a:pt x="850" y="2872579"/>
                  </a:lnTo>
                  <a:lnTo>
                    <a:pt x="19732" y="2918234"/>
                  </a:lnTo>
                  <a:lnTo>
                    <a:pt x="59056" y="2948458"/>
                  </a:lnTo>
                  <a:lnTo>
                    <a:pt x="95402" y="2955594"/>
                  </a:lnTo>
                  <a:lnTo>
                    <a:pt x="3569766" y="2955594"/>
                  </a:lnTo>
                  <a:lnTo>
                    <a:pt x="3581498" y="2954790"/>
                  </a:lnTo>
                  <a:lnTo>
                    <a:pt x="3582039" y="2954790"/>
                  </a:lnTo>
                  <a:lnTo>
                    <a:pt x="3627962" y="2935765"/>
                  </a:lnTo>
                  <a:lnTo>
                    <a:pt x="3657931" y="2896750"/>
                  </a:lnTo>
                  <a:lnTo>
                    <a:pt x="3665169" y="2860192"/>
                  </a:lnTo>
                  <a:lnTo>
                    <a:pt x="3665144" y="95402"/>
                  </a:lnTo>
                  <a:lnTo>
                    <a:pt x="3652202" y="47878"/>
                  </a:lnTo>
                  <a:lnTo>
                    <a:pt x="3617290" y="12953"/>
                  </a:lnTo>
                  <a:lnTo>
                    <a:pt x="3569766" y="355"/>
                  </a:lnTo>
                  <a:lnTo>
                    <a:pt x="95770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object 14"/>
            <p:cNvSpPr/>
            <p:nvPr/>
          </p:nvSpPr>
          <p:spPr>
            <a:xfrm>
              <a:off x="4684680" y="1751760"/>
              <a:ext cx="3664800" cy="2955600"/>
            </a:xfrm>
            <a:custGeom>
              <a:avLst/>
              <a:gdLst>
                <a:gd name="textAreaLeft" fmla="*/ 0 w 3664800"/>
                <a:gd name="textAreaRight" fmla="*/ 3665160 w 3664800"/>
                <a:gd name="textAreaTop" fmla="*/ 0 h 2955600"/>
                <a:gd name="textAreaBottom" fmla="*/ 2955960 h 2955600"/>
              </a:gdLst>
              <a:ahLst/>
              <a:cxnLst/>
              <a:rect l="textAreaLeft" t="textAreaTop" r="textAreaRight" b="textAreaBottom"/>
              <a:pathLst>
                <a:path w="3665220" h="2955925">
                  <a:moveTo>
                    <a:pt x="368" y="95402"/>
                  </a:moveTo>
                  <a:lnTo>
                    <a:pt x="1172" y="83015"/>
                  </a:lnTo>
                  <a:lnTo>
                    <a:pt x="3562" y="70831"/>
                  </a:lnTo>
                  <a:lnTo>
                    <a:pt x="28267" y="27987"/>
                  </a:lnTo>
                  <a:lnTo>
                    <a:pt x="71016" y="3371"/>
                  </a:lnTo>
                  <a:lnTo>
                    <a:pt x="95770" y="0"/>
                  </a:lnTo>
                  <a:lnTo>
                    <a:pt x="3569766" y="355"/>
                  </a:lnTo>
                  <a:lnTo>
                    <a:pt x="3617290" y="12953"/>
                  </a:lnTo>
                  <a:lnTo>
                    <a:pt x="3652202" y="47878"/>
                  </a:lnTo>
                  <a:lnTo>
                    <a:pt x="3665169" y="95757"/>
                  </a:lnTo>
                  <a:lnTo>
                    <a:pt x="3665169" y="2860192"/>
                  </a:lnTo>
                  <a:lnTo>
                    <a:pt x="3664365" y="2872579"/>
                  </a:lnTo>
                  <a:lnTo>
                    <a:pt x="3661975" y="2884763"/>
                  </a:lnTo>
                  <a:lnTo>
                    <a:pt x="3637265" y="2927607"/>
                  </a:lnTo>
                  <a:lnTo>
                    <a:pt x="3594515" y="2952222"/>
                  </a:lnTo>
                  <a:lnTo>
                    <a:pt x="3569766" y="2955594"/>
                  </a:lnTo>
                  <a:lnTo>
                    <a:pt x="95402" y="2955594"/>
                  </a:lnTo>
                  <a:lnTo>
                    <a:pt x="47891" y="2942996"/>
                  </a:lnTo>
                  <a:lnTo>
                    <a:pt x="12966" y="2908084"/>
                  </a:lnTo>
                  <a:lnTo>
                    <a:pt x="0" y="2860192"/>
                  </a:lnTo>
                  <a:lnTo>
                    <a:pt x="368" y="95402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object 15"/>
            <p:cNvSpPr/>
            <p:nvPr/>
          </p:nvSpPr>
          <p:spPr>
            <a:xfrm>
              <a:off x="4919400" y="1986120"/>
              <a:ext cx="680400" cy="680400"/>
            </a:xfrm>
            <a:custGeom>
              <a:avLst/>
              <a:gdLst>
                <a:gd name="textAreaLeft" fmla="*/ 0 w 680400"/>
                <a:gd name="textAreaRight" fmla="*/ 680760 w 680400"/>
                <a:gd name="textAreaTop" fmla="*/ 0 h 680400"/>
                <a:gd name="textAreaBottom" fmla="*/ 680760 h 680400"/>
              </a:gdLst>
              <a:ahLst/>
              <a:cxnLst/>
              <a:rect l="textAreaLeft" t="textAreaTop" r="textAreaRight" b="textAreaBottom"/>
              <a:pathLst>
                <a:path w="680720" h="680719">
                  <a:moveTo>
                    <a:pt x="340207" y="0"/>
                  </a:moveTo>
                  <a:lnTo>
                    <a:pt x="295682" y="2943"/>
                  </a:lnTo>
                  <a:lnTo>
                    <a:pt x="252139" y="11658"/>
                  </a:lnTo>
                  <a:lnTo>
                    <a:pt x="210148" y="25974"/>
                  </a:lnTo>
                  <a:lnTo>
                    <a:pt x="170281" y="45720"/>
                  </a:lnTo>
                  <a:lnTo>
                    <a:pt x="133150" y="70499"/>
                  </a:lnTo>
                  <a:lnTo>
                    <a:pt x="99766" y="99766"/>
                  </a:lnTo>
                  <a:lnTo>
                    <a:pt x="70499" y="133150"/>
                  </a:lnTo>
                  <a:lnTo>
                    <a:pt x="45720" y="170281"/>
                  </a:lnTo>
                  <a:lnTo>
                    <a:pt x="25974" y="210148"/>
                  </a:lnTo>
                  <a:lnTo>
                    <a:pt x="11658" y="252139"/>
                  </a:lnTo>
                  <a:lnTo>
                    <a:pt x="2943" y="295682"/>
                  </a:lnTo>
                  <a:lnTo>
                    <a:pt x="0" y="340207"/>
                  </a:lnTo>
                  <a:lnTo>
                    <a:pt x="2943" y="384732"/>
                  </a:lnTo>
                  <a:lnTo>
                    <a:pt x="11658" y="428315"/>
                  </a:lnTo>
                  <a:lnTo>
                    <a:pt x="25974" y="470414"/>
                  </a:lnTo>
                  <a:lnTo>
                    <a:pt x="45720" y="510489"/>
                  </a:lnTo>
                  <a:lnTo>
                    <a:pt x="70499" y="547407"/>
                  </a:lnTo>
                  <a:lnTo>
                    <a:pt x="99766" y="580682"/>
                  </a:lnTo>
                  <a:lnTo>
                    <a:pt x="133150" y="609908"/>
                  </a:lnTo>
                  <a:lnTo>
                    <a:pt x="170281" y="634682"/>
                  </a:lnTo>
                  <a:lnTo>
                    <a:pt x="210148" y="654433"/>
                  </a:lnTo>
                  <a:lnTo>
                    <a:pt x="252139" y="668748"/>
                  </a:lnTo>
                  <a:lnTo>
                    <a:pt x="295682" y="677461"/>
                  </a:lnTo>
                  <a:lnTo>
                    <a:pt x="340207" y="680402"/>
                  </a:lnTo>
                  <a:lnTo>
                    <a:pt x="384732" y="677461"/>
                  </a:lnTo>
                  <a:lnTo>
                    <a:pt x="428315" y="668748"/>
                  </a:lnTo>
                  <a:lnTo>
                    <a:pt x="470414" y="654433"/>
                  </a:lnTo>
                  <a:lnTo>
                    <a:pt x="510489" y="634682"/>
                  </a:lnTo>
                  <a:lnTo>
                    <a:pt x="547407" y="609908"/>
                  </a:lnTo>
                  <a:lnTo>
                    <a:pt x="580682" y="580682"/>
                  </a:lnTo>
                  <a:lnTo>
                    <a:pt x="609908" y="547407"/>
                  </a:lnTo>
                  <a:lnTo>
                    <a:pt x="634682" y="510489"/>
                  </a:lnTo>
                  <a:lnTo>
                    <a:pt x="654433" y="470414"/>
                  </a:lnTo>
                  <a:lnTo>
                    <a:pt x="668748" y="428315"/>
                  </a:lnTo>
                  <a:lnTo>
                    <a:pt x="677461" y="384732"/>
                  </a:lnTo>
                  <a:lnTo>
                    <a:pt x="680402" y="340207"/>
                  </a:lnTo>
                  <a:lnTo>
                    <a:pt x="677461" y="295682"/>
                  </a:lnTo>
                  <a:lnTo>
                    <a:pt x="668748" y="252139"/>
                  </a:lnTo>
                  <a:lnTo>
                    <a:pt x="654433" y="210148"/>
                  </a:lnTo>
                  <a:lnTo>
                    <a:pt x="634682" y="170281"/>
                  </a:lnTo>
                  <a:lnTo>
                    <a:pt x="609908" y="133150"/>
                  </a:lnTo>
                  <a:lnTo>
                    <a:pt x="580682" y="99766"/>
                  </a:lnTo>
                  <a:lnTo>
                    <a:pt x="547407" y="70499"/>
                  </a:lnTo>
                  <a:lnTo>
                    <a:pt x="510489" y="45720"/>
                  </a:lnTo>
                  <a:lnTo>
                    <a:pt x="470414" y="25974"/>
                  </a:lnTo>
                  <a:lnTo>
                    <a:pt x="428315" y="11658"/>
                  </a:lnTo>
                  <a:lnTo>
                    <a:pt x="384732" y="2943"/>
                  </a:lnTo>
                  <a:lnTo>
                    <a:pt x="340207" y="0"/>
                  </a:lnTo>
                  <a:close/>
                </a:path>
              </a:pathLst>
            </a:custGeom>
            <a:solidFill>
              <a:srgbClr val="b78d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object 16"/>
            <p:cNvSpPr/>
            <p:nvPr/>
          </p:nvSpPr>
          <p:spPr>
            <a:xfrm>
              <a:off x="5187240" y="2185920"/>
              <a:ext cx="145080" cy="28044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280440"/>
                <a:gd name="textAreaBottom" fmla="*/ 280800 h 280440"/>
              </a:gdLst>
              <a:ahLst/>
              <a:cxnLst/>
              <a:rect l="textAreaLeft" t="textAreaTop" r="textAreaRight" b="textAreaBottom"/>
              <a:pathLst>
                <a:path w="145414" h="280669">
                  <a:moveTo>
                    <a:pt x="140766" y="0"/>
                  </a:moveTo>
                  <a:lnTo>
                    <a:pt x="125285" y="11150"/>
                  </a:lnTo>
                  <a:lnTo>
                    <a:pt x="118440" y="26631"/>
                  </a:lnTo>
                </a:path>
                <a:path w="145414" h="280669">
                  <a:moveTo>
                    <a:pt x="99364" y="68402"/>
                  </a:moveTo>
                  <a:lnTo>
                    <a:pt x="79921" y="88201"/>
                  </a:lnTo>
                  <a:lnTo>
                    <a:pt x="75603" y="88201"/>
                  </a:lnTo>
                  <a:lnTo>
                    <a:pt x="69126" y="88557"/>
                  </a:lnTo>
                </a:path>
                <a:path w="145414" h="280669">
                  <a:moveTo>
                    <a:pt x="23761" y="89636"/>
                  </a:moveTo>
                  <a:lnTo>
                    <a:pt x="14046" y="89992"/>
                  </a:lnTo>
                </a:path>
                <a:path w="145414" h="280669">
                  <a:moveTo>
                    <a:pt x="145084" y="7200"/>
                  </a:moveTo>
                  <a:lnTo>
                    <a:pt x="144716" y="4673"/>
                  </a:lnTo>
                  <a:lnTo>
                    <a:pt x="144005" y="3594"/>
                  </a:lnTo>
                  <a:lnTo>
                    <a:pt x="142925" y="2159"/>
                  </a:lnTo>
                  <a:lnTo>
                    <a:pt x="140766" y="0"/>
                  </a:lnTo>
                </a:path>
                <a:path w="145414" h="280669">
                  <a:moveTo>
                    <a:pt x="14046" y="89992"/>
                  </a:moveTo>
                  <a:lnTo>
                    <a:pt x="0" y="100075"/>
                  </a:lnTo>
                  <a:lnTo>
                    <a:pt x="0" y="102590"/>
                  </a:lnTo>
                  <a:lnTo>
                    <a:pt x="355" y="103670"/>
                  </a:lnTo>
                  <a:lnTo>
                    <a:pt x="1435" y="106197"/>
                  </a:lnTo>
                  <a:lnTo>
                    <a:pt x="3606" y="108356"/>
                  </a:lnTo>
                  <a:lnTo>
                    <a:pt x="10794" y="115201"/>
                  </a:lnTo>
                </a:path>
                <a:path w="145414" h="280669">
                  <a:moveTo>
                    <a:pt x="45719" y="244792"/>
                  </a:moveTo>
                  <a:lnTo>
                    <a:pt x="44996" y="248399"/>
                  </a:lnTo>
                  <a:lnTo>
                    <a:pt x="44640" y="250558"/>
                  </a:lnTo>
                  <a:lnTo>
                    <a:pt x="44640" y="253072"/>
                  </a:lnTo>
                  <a:lnTo>
                    <a:pt x="55435" y="262077"/>
                  </a:lnTo>
                  <a:lnTo>
                    <a:pt x="57962" y="261721"/>
                  </a:lnTo>
                  <a:lnTo>
                    <a:pt x="60477" y="261353"/>
                  </a:lnTo>
                  <a:lnTo>
                    <a:pt x="64084" y="259194"/>
                  </a:lnTo>
                  <a:lnTo>
                    <a:pt x="73444" y="253072"/>
                  </a:lnTo>
                </a:path>
                <a:path w="145414" h="280669">
                  <a:moveTo>
                    <a:pt x="122402" y="219595"/>
                  </a:moveTo>
                  <a:lnTo>
                    <a:pt x="127076" y="217081"/>
                  </a:lnTo>
                  <a:lnTo>
                    <a:pt x="129603" y="216001"/>
                  </a:lnTo>
                  <a:lnTo>
                    <a:pt x="133197" y="215277"/>
                  </a:lnTo>
                  <a:lnTo>
                    <a:pt x="135356" y="215277"/>
                  </a:lnTo>
                  <a:lnTo>
                    <a:pt x="139318" y="215633"/>
                  </a:lnTo>
                  <a:lnTo>
                    <a:pt x="145084" y="216357"/>
                  </a:lnTo>
                </a:path>
                <a:path w="145414" h="280669">
                  <a:moveTo>
                    <a:pt x="10794" y="115201"/>
                  </a:moveTo>
                  <a:lnTo>
                    <a:pt x="57238" y="156235"/>
                  </a:lnTo>
                </a:path>
                <a:path w="145414" h="280669">
                  <a:moveTo>
                    <a:pt x="57238" y="156235"/>
                  </a:moveTo>
                  <a:lnTo>
                    <a:pt x="62549" y="162351"/>
                  </a:lnTo>
                  <a:lnTo>
                    <a:pt x="64890" y="168700"/>
                  </a:lnTo>
                  <a:lnTo>
                    <a:pt x="64936" y="175116"/>
                  </a:lnTo>
                  <a:lnTo>
                    <a:pt x="63360" y="181432"/>
                  </a:lnTo>
                </a:path>
                <a:path w="145414" h="280669">
                  <a:moveTo>
                    <a:pt x="118440" y="26631"/>
                  </a:moveTo>
                  <a:lnTo>
                    <a:pt x="99364" y="68402"/>
                  </a:lnTo>
                </a:path>
                <a:path w="145414" h="280669">
                  <a:moveTo>
                    <a:pt x="63360" y="181432"/>
                  </a:moveTo>
                  <a:lnTo>
                    <a:pt x="45719" y="244792"/>
                  </a:lnTo>
                </a:path>
                <a:path w="145414" h="280669">
                  <a:moveTo>
                    <a:pt x="69126" y="88557"/>
                  </a:moveTo>
                  <a:lnTo>
                    <a:pt x="23761" y="89636"/>
                  </a:lnTo>
                </a:path>
                <a:path w="145414" h="280669">
                  <a:moveTo>
                    <a:pt x="145084" y="280441"/>
                  </a:moveTo>
                  <a:lnTo>
                    <a:pt x="145084" y="7200"/>
                  </a:lnTo>
                </a:path>
                <a:path w="145414" h="280669">
                  <a:moveTo>
                    <a:pt x="73444" y="253072"/>
                  </a:moveTo>
                  <a:lnTo>
                    <a:pt x="122402" y="219595"/>
                  </a:lnTo>
                </a:path>
              </a:pathLst>
            </a:custGeom>
            <a:noFill/>
            <a:ln w="12423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" name="object 17"/>
          <p:cNvSpPr/>
          <p:nvPr/>
        </p:nvSpPr>
        <p:spPr>
          <a:xfrm>
            <a:off x="4906800" y="2894760"/>
            <a:ext cx="2921400" cy="158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20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Originalité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35000"/>
              </a:lnSpc>
              <a:spcBef>
                <a:spcPts val="1111"/>
              </a:spcBef>
            </a:pP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Volonté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créer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un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projet 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distinct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réalisations 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classiques.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object 18"/>
          <p:cNvGrpSpPr/>
          <p:nvPr/>
        </p:nvGrpSpPr>
        <p:grpSpPr>
          <a:xfrm>
            <a:off x="793080" y="4933800"/>
            <a:ext cx="7556760" cy="2593080"/>
            <a:chOff x="793080" y="4933800"/>
            <a:chExt cx="7556760" cy="2593080"/>
          </a:xfrm>
        </p:grpSpPr>
        <p:sp>
          <p:nvSpPr>
            <p:cNvPr id="90" name="object 19"/>
            <p:cNvSpPr/>
            <p:nvPr/>
          </p:nvSpPr>
          <p:spPr>
            <a:xfrm>
              <a:off x="793080" y="4933800"/>
              <a:ext cx="7556760" cy="2593080"/>
            </a:xfrm>
            <a:custGeom>
              <a:avLst/>
              <a:gdLst>
                <a:gd name="textAreaLeft" fmla="*/ 0 w 7556760"/>
                <a:gd name="textAreaRight" fmla="*/ 7557120 w 7556760"/>
                <a:gd name="textAreaTop" fmla="*/ 0 h 2593080"/>
                <a:gd name="textAreaBottom" fmla="*/ 2593440 h 2593080"/>
              </a:gdLst>
              <a:ahLst/>
              <a:cxnLst/>
              <a:rect l="textAreaLeft" t="textAreaTop" r="textAreaRight" b="textAreaBottom"/>
              <a:pathLst>
                <a:path w="7557134" h="2593340">
                  <a:moveTo>
                    <a:pt x="95757" y="0"/>
                  </a:moveTo>
                  <a:lnTo>
                    <a:pt x="47878" y="12966"/>
                  </a:lnTo>
                  <a:lnTo>
                    <a:pt x="12966" y="47879"/>
                  </a:lnTo>
                  <a:lnTo>
                    <a:pt x="368" y="95402"/>
                  </a:lnTo>
                  <a:lnTo>
                    <a:pt x="0" y="2497328"/>
                  </a:lnTo>
                  <a:lnTo>
                    <a:pt x="850" y="2509707"/>
                  </a:lnTo>
                  <a:lnTo>
                    <a:pt x="861" y="2509868"/>
                  </a:lnTo>
                  <a:lnTo>
                    <a:pt x="3340" y="2521888"/>
                  </a:lnTo>
                  <a:lnTo>
                    <a:pt x="3378" y="2522072"/>
                  </a:lnTo>
                  <a:lnTo>
                    <a:pt x="7375" y="2533666"/>
                  </a:lnTo>
                  <a:lnTo>
                    <a:pt x="7447" y="2533873"/>
                  </a:lnTo>
                  <a:lnTo>
                    <a:pt x="12966" y="2545207"/>
                  </a:lnTo>
                  <a:lnTo>
                    <a:pt x="19732" y="2555357"/>
                  </a:lnTo>
                  <a:lnTo>
                    <a:pt x="19839" y="2555518"/>
                  </a:lnTo>
                  <a:lnTo>
                    <a:pt x="59051" y="2585581"/>
                  </a:lnTo>
                  <a:lnTo>
                    <a:pt x="95402" y="2592717"/>
                  </a:lnTo>
                  <a:lnTo>
                    <a:pt x="7461364" y="2592717"/>
                  </a:lnTo>
                  <a:lnTo>
                    <a:pt x="7473096" y="2591913"/>
                  </a:lnTo>
                  <a:lnTo>
                    <a:pt x="7473636" y="2591913"/>
                  </a:lnTo>
                  <a:lnTo>
                    <a:pt x="7519559" y="2572888"/>
                  </a:lnTo>
                  <a:lnTo>
                    <a:pt x="7549528" y="2533873"/>
                  </a:lnTo>
                  <a:lnTo>
                    <a:pt x="7549630" y="2533666"/>
                  </a:lnTo>
                  <a:lnTo>
                    <a:pt x="7553511" y="2522072"/>
                  </a:lnTo>
                  <a:lnTo>
                    <a:pt x="7553572" y="2521888"/>
                  </a:lnTo>
                  <a:lnTo>
                    <a:pt x="7555931" y="2509868"/>
                  </a:lnTo>
                  <a:lnTo>
                    <a:pt x="7555962" y="2509707"/>
                  </a:lnTo>
                  <a:lnTo>
                    <a:pt x="7556766" y="2497328"/>
                  </a:lnTo>
                  <a:lnTo>
                    <a:pt x="7556742" y="95402"/>
                  </a:lnTo>
                  <a:lnTo>
                    <a:pt x="7543800" y="47879"/>
                  </a:lnTo>
                  <a:lnTo>
                    <a:pt x="7508887" y="12966"/>
                  </a:lnTo>
                  <a:lnTo>
                    <a:pt x="7461364" y="368"/>
                  </a:lnTo>
                  <a:lnTo>
                    <a:pt x="95757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object 20"/>
            <p:cNvSpPr/>
            <p:nvPr/>
          </p:nvSpPr>
          <p:spPr>
            <a:xfrm>
              <a:off x="793080" y="4933800"/>
              <a:ext cx="7556760" cy="2593080"/>
            </a:xfrm>
            <a:custGeom>
              <a:avLst/>
              <a:gdLst>
                <a:gd name="textAreaLeft" fmla="*/ 0 w 7556760"/>
                <a:gd name="textAreaRight" fmla="*/ 7557120 w 7556760"/>
                <a:gd name="textAreaTop" fmla="*/ 0 h 2593080"/>
                <a:gd name="textAreaBottom" fmla="*/ 2593440 h 2593080"/>
              </a:gdLst>
              <a:ahLst/>
              <a:cxnLst/>
              <a:rect l="textAreaLeft" t="textAreaTop" r="textAreaRight" b="textAreaBottom"/>
              <a:pathLst>
                <a:path w="7557134" h="2593340">
                  <a:moveTo>
                    <a:pt x="368" y="95402"/>
                  </a:moveTo>
                  <a:lnTo>
                    <a:pt x="1172" y="83015"/>
                  </a:lnTo>
                  <a:lnTo>
                    <a:pt x="3562" y="70831"/>
                  </a:lnTo>
                  <a:lnTo>
                    <a:pt x="28260" y="27993"/>
                  </a:lnTo>
                  <a:lnTo>
                    <a:pt x="71013" y="3378"/>
                  </a:lnTo>
                  <a:lnTo>
                    <a:pt x="95757" y="0"/>
                  </a:lnTo>
                  <a:lnTo>
                    <a:pt x="7461364" y="368"/>
                  </a:lnTo>
                  <a:lnTo>
                    <a:pt x="7508887" y="12966"/>
                  </a:lnTo>
                  <a:lnTo>
                    <a:pt x="7543800" y="47879"/>
                  </a:lnTo>
                  <a:lnTo>
                    <a:pt x="7556766" y="95757"/>
                  </a:lnTo>
                  <a:lnTo>
                    <a:pt x="7556766" y="2497328"/>
                  </a:lnTo>
                  <a:lnTo>
                    <a:pt x="7555962" y="2509707"/>
                  </a:lnTo>
                  <a:lnTo>
                    <a:pt x="7553572" y="2521888"/>
                  </a:lnTo>
                  <a:lnTo>
                    <a:pt x="7528863" y="2564730"/>
                  </a:lnTo>
                  <a:lnTo>
                    <a:pt x="7486113" y="2589345"/>
                  </a:lnTo>
                  <a:lnTo>
                    <a:pt x="7461364" y="2592717"/>
                  </a:lnTo>
                  <a:lnTo>
                    <a:pt x="95402" y="2592717"/>
                  </a:lnTo>
                  <a:lnTo>
                    <a:pt x="47878" y="2580119"/>
                  </a:lnTo>
                  <a:lnTo>
                    <a:pt x="12966" y="2545207"/>
                  </a:lnTo>
                  <a:lnTo>
                    <a:pt x="0" y="2497328"/>
                  </a:lnTo>
                  <a:lnTo>
                    <a:pt x="368" y="95402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object 21"/>
            <p:cNvSpPr/>
            <p:nvPr/>
          </p:nvSpPr>
          <p:spPr>
            <a:xfrm>
              <a:off x="1027800" y="5168160"/>
              <a:ext cx="680400" cy="680400"/>
            </a:xfrm>
            <a:custGeom>
              <a:avLst/>
              <a:gdLst>
                <a:gd name="textAreaLeft" fmla="*/ 0 w 680400"/>
                <a:gd name="textAreaRight" fmla="*/ 680760 w 680400"/>
                <a:gd name="textAreaTop" fmla="*/ 0 h 680400"/>
                <a:gd name="textAreaBottom" fmla="*/ 680760 h 680400"/>
              </a:gdLst>
              <a:ahLst/>
              <a:cxnLst/>
              <a:rect l="textAreaLeft" t="textAreaTop" r="textAreaRight" b="textAreaBottom"/>
              <a:pathLst>
                <a:path w="680719" h="680720">
                  <a:moveTo>
                    <a:pt x="340207" y="0"/>
                  </a:moveTo>
                  <a:lnTo>
                    <a:pt x="295677" y="2941"/>
                  </a:lnTo>
                  <a:lnTo>
                    <a:pt x="252095" y="11653"/>
                  </a:lnTo>
                  <a:lnTo>
                    <a:pt x="209998" y="25969"/>
                  </a:lnTo>
                  <a:lnTo>
                    <a:pt x="169925" y="45719"/>
                  </a:lnTo>
                  <a:lnTo>
                    <a:pt x="133000" y="70494"/>
                  </a:lnTo>
                  <a:lnTo>
                    <a:pt x="99721" y="99761"/>
                  </a:lnTo>
                  <a:lnTo>
                    <a:pt x="70493" y="133148"/>
                  </a:lnTo>
                  <a:lnTo>
                    <a:pt x="45719" y="170281"/>
                  </a:lnTo>
                  <a:lnTo>
                    <a:pt x="25969" y="210142"/>
                  </a:lnTo>
                  <a:lnTo>
                    <a:pt x="11653" y="252133"/>
                  </a:lnTo>
                  <a:lnTo>
                    <a:pt x="2941" y="295675"/>
                  </a:lnTo>
                  <a:lnTo>
                    <a:pt x="0" y="340194"/>
                  </a:lnTo>
                  <a:lnTo>
                    <a:pt x="2941" y="384725"/>
                  </a:lnTo>
                  <a:lnTo>
                    <a:pt x="11653" y="428307"/>
                  </a:lnTo>
                  <a:lnTo>
                    <a:pt x="25969" y="470404"/>
                  </a:lnTo>
                  <a:lnTo>
                    <a:pt x="45719" y="510476"/>
                  </a:lnTo>
                  <a:lnTo>
                    <a:pt x="70499" y="547401"/>
                  </a:lnTo>
                  <a:lnTo>
                    <a:pt x="99766" y="580680"/>
                  </a:lnTo>
                  <a:lnTo>
                    <a:pt x="133150" y="609908"/>
                  </a:lnTo>
                  <a:lnTo>
                    <a:pt x="170281" y="634682"/>
                  </a:lnTo>
                  <a:lnTo>
                    <a:pt x="210148" y="654427"/>
                  </a:lnTo>
                  <a:lnTo>
                    <a:pt x="252139" y="668743"/>
                  </a:lnTo>
                  <a:lnTo>
                    <a:pt x="295682" y="677459"/>
                  </a:lnTo>
                  <a:lnTo>
                    <a:pt x="340207" y="680402"/>
                  </a:lnTo>
                  <a:lnTo>
                    <a:pt x="384732" y="677459"/>
                  </a:lnTo>
                  <a:lnTo>
                    <a:pt x="428313" y="668743"/>
                  </a:lnTo>
                  <a:lnTo>
                    <a:pt x="470409" y="654427"/>
                  </a:lnTo>
                  <a:lnTo>
                    <a:pt x="510476" y="634682"/>
                  </a:lnTo>
                  <a:lnTo>
                    <a:pt x="547401" y="609908"/>
                  </a:lnTo>
                  <a:lnTo>
                    <a:pt x="580680" y="580680"/>
                  </a:lnTo>
                  <a:lnTo>
                    <a:pt x="609908" y="547401"/>
                  </a:lnTo>
                  <a:lnTo>
                    <a:pt x="634682" y="510476"/>
                  </a:lnTo>
                  <a:lnTo>
                    <a:pt x="654433" y="470404"/>
                  </a:lnTo>
                  <a:lnTo>
                    <a:pt x="668748" y="428307"/>
                  </a:lnTo>
                  <a:lnTo>
                    <a:pt x="677461" y="384725"/>
                  </a:lnTo>
                  <a:lnTo>
                    <a:pt x="680402" y="340194"/>
                  </a:lnTo>
                  <a:lnTo>
                    <a:pt x="677461" y="295675"/>
                  </a:lnTo>
                  <a:lnTo>
                    <a:pt x="668748" y="252133"/>
                  </a:lnTo>
                  <a:lnTo>
                    <a:pt x="654433" y="210142"/>
                  </a:lnTo>
                  <a:lnTo>
                    <a:pt x="634682" y="170281"/>
                  </a:lnTo>
                  <a:lnTo>
                    <a:pt x="609903" y="133148"/>
                  </a:lnTo>
                  <a:lnTo>
                    <a:pt x="580636" y="99761"/>
                  </a:lnTo>
                  <a:lnTo>
                    <a:pt x="547251" y="70494"/>
                  </a:lnTo>
                  <a:lnTo>
                    <a:pt x="510120" y="45719"/>
                  </a:lnTo>
                  <a:lnTo>
                    <a:pt x="470259" y="25969"/>
                  </a:lnTo>
                  <a:lnTo>
                    <a:pt x="428269" y="11653"/>
                  </a:lnTo>
                  <a:lnTo>
                    <a:pt x="384726" y="2941"/>
                  </a:lnTo>
                  <a:lnTo>
                    <a:pt x="340207" y="0"/>
                  </a:lnTo>
                  <a:close/>
                </a:path>
              </a:pathLst>
            </a:custGeom>
            <a:solidFill>
              <a:srgbClr val="b78d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object 22"/>
            <p:cNvSpPr/>
            <p:nvPr/>
          </p:nvSpPr>
          <p:spPr>
            <a:xfrm>
              <a:off x="1227960" y="5374080"/>
              <a:ext cx="280440" cy="268920"/>
            </a:xfrm>
            <a:custGeom>
              <a:avLst/>
              <a:gdLst>
                <a:gd name="textAreaLeft" fmla="*/ 0 w 280440"/>
                <a:gd name="textAreaRight" fmla="*/ 280800 w 280440"/>
                <a:gd name="textAreaTop" fmla="*/ 0 h 268920"/>
                <a:gd name="textAreaBottom" fmla="*/ 269280 h 268920"/>
              </a:gdLst>
              <a:ahLst/>
              <a:cxnLst/>
              <a:rect l="textAreaLeft" t="textAreaTop" r="textAreaRight" b="textAreaBottom"/>
              <a:pathLst>
                <a:path w="280669" h="269239">
                  <a:moveTo>
                    <a:pt x="82080" y="265683"/>
                  </a:moveTo>
                  <a:lnTo>
                    <a:pt x="42588" y="268864"/>
                  </a:lnTo>
                  <a:lnTo>
                    <a:pt x="18351" y="268922"/>
                  </a:lnTo>
                </a:path>
                <a:path w="280669" h="269239">
                  <a:moveTo>
                    <a:pt x="275755" y="82435"/>
                  </a:moveTo>
                  <a:lnTo>
                    <a:pt x="272516" y="85318"/>
                  </a:lnTo>
                  <a:lnTo>
                    <a:pt x="270713" y="86398"/>
                  </a:lnTo>
                  <a:lnTo>
                    <a:pt x="268554" y="87477"/>
                  </a:lnTo>
                  <a:lnTo>
                    <a:pt x="266039" y="87833"/>
                  </a:lnTo>
                  <a:lnTo>
                    <a:pt x="262801" y="87833"/>
                  </a:lnTo>
                  <a:lnTo>
                    <a:pt x="258838" y="88201"/>
                  </a:lnTo>
                </a:path>
                <a:path w="280669" h="269239">
                  <a:moveTo>
                    <a:pt x="81711" y="3594"/>
                  </a:moveTo>
                  <a:lnTo>
                    <a:pt x="79197" y="1803"/>
                  </a:lnTo>
                  <a:lnTo>
                    <a:pt x="76682" y="1079"/>
                  </a:lnTo>
                  <a:lnTo>
                    <a:pt x="74155" y="355"/>
                  </a:lnTo>
                  <a:lnTo>
                    <a:pt x="69843" y="355"/>
                  </a:lnTo>
                  <a:lnTo>
                    <a:pt x="59083" y="355"/>
                  </a:lnTo>
                  <a:lnTo>
                    <a:pt x="41908" y="355"/>
                  </a:lnTo>
                  <a:lnTo>
                    <a:pt x="18351" y="355"/>
                  </a:lnTo>
                </a:path>
                <a:path w="280669" h="269239">
                  <a:moveTo>
                    <a:pt x="236880" y="201599"/>
                  </a:moveTo>
                  <a:lnTo>
                    <a:pt x="222478" y="212394"/>
                  </a:lnTo>
                  <a:lnTo>
                    <a:pt x="222478" y="214553"/>
                  </a:lnTo>
                  <a:lnTo>
                    <a:pt x="222478" y="217436"/>
                  </a:lnTo>
                  <a:lnTo>
                    <a:pt x="222123" y="221399"/>
                  </a:lnTo>
                </a:path>
                <a:path w="280669" h="269239">
                  <a:moveTo>
                    <a:pt x="222478" y="260273"/>
                  </a:moveTo>
                  <a:lnTo>
                    <a:pt x="243800" y="268698"/>
                  </a:lnTo>
                  <a:lnTo>
                    <a:pt x="260997" y="268554"/>
                  </a:lnTo>
                  <a:lnTo>
                    <a:pt x="263512" y="268198"/>
                  </a:lnTo>
                  <a:lnTo>
                    <a:pt x="265671" y="267119"/>
                  </a:lnTo>
                  <a:lnTo>
                    <a:pt x="268198" y="265683"/>
                  </a:lnTo>
                  <a:lnTo>
                    <a:pt x="268922" y="264604"/>
                  </a:lnTo>
                  <a:lnTo>
                    <a:pt x="270713" y="262432"/>
                  </a:lnTo>
                  <a:lnTo>
                    <a:pt x="271792" y="259918"/>
                  </a:lnTo>
                  <a:lnTo>
                    <a:pt x="272161" y="258114"/>
                  </a:lnTo>
                  <a:lnTo>
                    <a:pt x="272161" y="256679"/>
                  </a:lnTo>
                  <a:lnTo>
                    <a:pt x="272516" y="255244"/>
                  </a:lnTo>
                </a:path>
                <a:path w="280669" h="269239">
                  <a:moveTo>
                    <a:pt x="272161" y="213842"/>
                  </a:moveTo>
                  <a:lnTo>
                    <a:pt x="271792" y="211315"/>
                  </a:lnTo>
                  <a:lnTo>
                    <a:pt x="271081" y="209156"/>
                  </a:lnTo>
                  <a:lnTo>
                    <a:pt x="268554" y="204838"/>
                  </a:lnTo>
                </a:path>
                <a:path w="280669" h="269239">
                  <a:moveTo>
                    <a:pt x="355" y="199440"/>
                  </a:moveTo>
                  <a:lnTo>
                    <a:pt x="355" y="194754"/>
                  </a:lnTo>
                  <a:lnTo>
                    <a:pt x="1435" y="191515"/>
                  </a:lnTo>
                  <a:lnTo>
                    <a:pt x="3594" y="187921"/>
                  </a:lnTo>
                  <a:lnTo>
                    <a:pt x="6477" y="185038"/>
                  </a:lnTo>
                  <a:lnTo>
                    <a:pt x="10071" y="182880"/>
                  </a:lnTo>
                  <a:lnTo>
                    <a:pt x="13322" y="181444"/>
                  </a:lnTo>
                  <a:lnTo>
                    <a:pt x="15481" y="181444"/>
                  </a:lnTo>
                  <a:lnTo>
                    <a:pt x="19075" y="181076"/>
                  </a:lnTo>
                  <a:lnTo>
                    <a:pt x="24472" y="181076"/>
                  </a:lnTo>
                </a:path>
                <a:path w="280669" h="269239">
                  <a:moveTo>
                    <a:pt x="70192" y="181076"/>
                  </a:moveTo>
                  <a:lnTo>
                    <a:pt x="88557" y="196913"/>
                  </a:lnTo>
                  <a:lnTo>
                    <a:pt x="88557" y="200520"/>
                  </a:lnTo>
                  <a:lnTo>
                    <a:pt x="88557" y="204838"/>
                  </a:lnTo>
                </a:path>
                <a:path w="280669" h="269239">
                  <a:moveTo>
                    <a:pt x="88557" y="251993"/>
                  </a:moveTo>
                  <a:lnTo>
                    <a:pt x="87833" y="255600"/>
                  </a:lnTo>
                  <a:lnTo>
                    <a:pt x="87477" y="257759"/>
                  </a:lnTo>
                  <a:lnTo>
                    <a:pt x="85674" y="261353"/>
                  </a:lnTo>
                  <a:lnTo>
                    <a:pt x="83515" y="264604"/>
                  </a:lnTo>
                </a:path>
                <a:path w="280669" h="269239">
                  <a:moveTo>
                    <a:pt x="191871" y="17995"/>
                  </a:moveTo>
                  <a:lnTo>
                    <a:pt x="191871" y="13677"/>
                  </a:lnTo>
                  <a:lnTo>
                    <a:pt x="193319" y="9359"/>
                  </a:lnTo>
                  <a:lnTo>
                    <a:pt x="206641" y="355"/>
                  </a:lnTo>
                  <a:lnTo>
                    <a:pt x="210235" y="355"/>
                  </a:lnTo>
                  <a:lnTo>
                    <a:pt x="214553" y="0"/>
                  </a:lnTo>
                </a:path>
                <a:path w="280669" h="269239">
                  <a:moveTo>
                    <a:pt x="280073" y="71996"/>
                  </a:moveTo>
                  <a:lnTo>
                    <a:pt x="279717" y="75234"/>
                  </a:lnTo>
                  <a:lnTo>
                    <a:pt x="278638" y="78117"/>
                  </a:lnTo>
                  <a:lnTo>
                    <a:pt x="276834" y="81724"/>
                  </a:lnTo>
                  <a:lnTo>
                    <a:pt x="275755" y="82435"/>
                  </a:lnTo>
                </a:path>
                <a:path w="280669" h="269239">
                  <a:moveTo>
                    <a:pt x="18351" y="355"/>
                  </a:moveTo>
                  <a:lnTo>
                    <a:pt x="355" y="14033"/>
                  </a:lnTo>
                  <a:lnTo>
                    <a:pt x="355" y="15836"/>
                  </a:lnTo>
                  <a:lnTo>
                    <a:pt x="355" y="19075"/>
                  </a:lnTo>
                  <a:lnTo>
                    <a:pt x="355" y="24472"/>
                  </a:lnTo>
                </a:path>
                <a:path w="280669" h="269239">
                  <a:moveTo>
                    <a:pt x="70192" y="87833"/>
                  </a:moveTo>
                  <a:lnTo>
                    <a:pt x="88557" y="71996"/>
                  </a:lnTo>
                  <a:lnTo>
                    <a:pt x="88557" y="68402"/>
                  </a:lnTo>
                  <a:lnTo>
                    <a:pt x="88557" y="63715"/>
                  </a:lnTo>
                </a:path>
                <a:path w="280669" h="269239">
                  <a:moveTo>
                    <a:pt x="88557" y="16916"/>
                  </a:moveTo>
                  <a:lnTo>
                    <a:pt x="88201" y="13322"/>
                  </a:lnTo>
                  <a:lnTo>
                    <a:pt x="87477" y="10794"/>
                  </a:lnTo>
                  <a:lnTo>
                    <a:pt x="86042" y="8636"/>
                  </a:lnTo>
                  <a:lnTo>
                    <a:pt x="83159" y="4673"/>
                  </a:lnTo>
                </a:path>
                <a:path w="280669" h="269239">
                  <a:moveTo>
                    <a:pt x="267119" y="204114"/>
                  </a:moveTo>
                  <a:lnTo>
                    <a:pt x="236880" y="201599"/>
                  </a:lnTo>
                </a:path>
                <a:path w="280669" h="269239">
                  <a:moveTo>
                    <a:pt x="267119" y="204114"/>
                  </a:moveTo>
                  <a:lnTo>
                    <a:pt x="268554" y="204838"/>
                  </a:lnTo>
                </a:path>
                <a:path w="280669" h="269239">
                  <a:moveTo>
                    <a:pt x="140398" y="228600"/>
                  </a:moveTo>
                  <a:lnTo>
                    <a:pt x="140398" y="180720"/>
                  </a:lnTo>
                </a:path>
                <a:path w="280669" h="269239">
                  <a:moveTo>
                    <a:pt x="82080" y="265683"/>
                  </a:moveTo>
                  <a:lnTo>
                    <a:pt x="83515" y="264604"/>
                  </a:lnTo>
                </a:path>
                <a:path w="280669" h="269239">
                  <a:moveTo>
                    <a:pt x="81711" y="3594"/>
                  </a:moveTo>
                  <a:lnTo>
                    <a:pt x="83159" y="4673"/>
                  </a:lnTo>
                </a:path>
                <a:path w="280669" h="269239">
                  <a:moveTo>
                    <a:pt x="140042" y="134277"/>
                  </a:moveTo>
                  <a:lnTo>
                    <a:pt x="140398" y="39598"/>
                  </a:lnTo>
                </a:path>
                <a:path w="280669" h="269239">
                  <a:moveTo>
                    <a:pt x="42837" y="134632"/>
                  </a:moveTo>
                  <a:lnTo>
                    <a:pt x="140042" y="134277"/>
                  </a:lnTo>
                </a:path>
                <a:path w="280669" h="269239">
                  <a:moveTo>
                    <a:pt x="238315" y="134632"/>
                  </a:moveTo>
                  <a:lnTo>
                    <a:pt x="196202" y="134632"/>
                  </a:lnTo>
                </a:path>
                <a:path w="280669" h="269239">
                  <a:moveTo>
                    <a:pt x="196202" y="134632"/>
                  </a:moveTo>
                  <a:lnTo>
                    <a:pt x="195834" y="179997"/>
                  </a:lnTo>
                </a:path>
                <a:path w="280669" h="269239">
                  <a:moveTo>
                    <a:pt x="173151" y="180352"/>
                  </a:moveTo>
                  <a:lnTo>
                    <a:pt x="195834" y="179997"/>
                  </a:lnTo>
                </a:path>
                <a:path w="280669" h="269239">
                  <a:moveTo>
                    <a:pt x="18351" y="268922"/>
                  </a:moveTo>
                  <a:lnTo>
                    <a:pt x="17995" y="268922"/>
                  </a:lnTo>
                  <a:lnTo>
                    <a:pt x="17640" y="268922"/>
                  </a:lnTo>
                  <a:lnTo>
                    <a:pt x="14401" y="268922"/>
                  </a:lnTo>
                  <a:lnTo>
                    <a:pt x="11518" y="268198"/>
                  </a:lnTo>
                  <a:lnTo>
                    <a:pt x="0" y="254520"/>
                  </a:lnTo>
                  <a:lnTo>
                    <a:pt x="0" y="251282"/>
                  </a:lnTo>
                  <a:lnTo>
                    <a:pt x="0" y="249834"/>
                  </a:lnTo>
                  <a:lnTo>
                    <a:pt x="355" y="248043"/>
                  </a:lnTo>
                  <a:lnTo>
                    <a:pt x="711" y="246595"/>
                  </a:lnTo>
                </a:path>
                <a:path w="280669" h="269239">
                  <a:moveTo>
                    <a:pt x="355" y="246240"/>
                  </a:moveTo>
                  <a:lnTo>
                    <a:pt x="355" y="199440"/>
                  </a:lnTo>
                </a:path>
                <a:path w="280669" h="269239">
                  <a:moveTo>
                    <a:pt x="258838" y="88201"/>
                  </a:moveTo>
                  <a:lnTo>
                    <a:pt x="210591" y="88201"/>
                  </a:lnTo>
                </a:path>
                <a:path w="280669" h="269239">
                  <a:moveTo>
                    <a:pt x="24472" y="181076"/>
                  </a:moveTo>
                  <a:lnTo>
                    <a:pt x="70192" y="181076"/>
                  </a:lnTo>
                </a:path>
                <a:path w="280669" h="269239">
                  <a:moveTo>
                    <a:pt x="222123" y="221399"/>
                  </a:moveTo>
                  <a:lnTo>
                    <a:pt x="222478" y="260273"/>
                  </a:lnTo>
                </a:path>
                <a:path w="280669" h="269239">
                  <a:moveTo>
                    <a:pt x="210591" y="87833"/>
                  </a:moveTo>
                  <a:lnTo>
                    <a:pt x="209880" y="88201"/>
                  </a:lnTo>
                  <a:lnTo>
                    <a:pt x="209156" y="88201"/>
                  </a:lnTo>
                  <a:lnTo>
                    <a:pt x="208800" y="88201"/>
                  </a:lnTo>
                  <a:lnTo>
                    <a:pt x="205562" y="88201"/>
                  </a:lnTo>
                  <a:lnTo>
                    <a:pt x="202679" y="87121"/>
                  </a:lnTo>
                  <a:lnTo>
                    <a:pt x="200152" y="85674"/>
                  </a:lnTo>
                  <a:lnTo>
                    <a:pt x="197637" y="84239"/>
                  </a:lnTo>
                  <a:lnTo>
                    <a:pt x="195478" y="82080"/>
                  </a:lnTo>
                  <a:lnTo>
                    <a:pt x="194043" y="79552"/>
                  </a:lnTo>
                  <a:lnTo>
                    <a:pt x="192595" y="77038"/>
                  </a:lnTo>
                  <a:lnTo>
                    <a:pt x="191515" y="74155"/>
                  </a:lnTo>
                  <a:lnTo>
                    <a:pt x="191515" y="70916"/>
                  </a:lnTo>
                  <a:lnTo>
                    <a:pt x="191515" y="69481"/>
                  </a:lnTo>
                  <a:lnTo>
                    <a:pt x="191871" y="68033"/>
                  </a:lnTo>
                  <a:lnTo>
                    <a:pt x="192239" y="66598"/>
                  </a:lnTo>
                </a:path>
                <a:path w="280669" h="269239">
                  <a:moveTo>
                    <a:pt x="272516" y="255244"/>
                  </a:moveTo>
                  <a:lnTo>
                    <a:pt x="272161" y="213842"/>
                  </a:lnTo>
                </a:path>
                <a:path w="280669" h="269239">
                  <a:moveTo>
                    <a:pt x="191871" y="66598"/>
                  </a:moveTo>
                  <a:lnTo>
                    <a:pt x="191871" y="17995"/>
                  </a:lnTo>
                </a:path>
                <a:path w="280669" h="269239">
                  <a:moveTo>
                    <a:pt x="214553" y="0"/>
                  </a:moveTo>
                  <a:lnTo>
                    <a:pt x="262801" y="0"/>
                  </a:lnTo>
                </a:path>
                <a:path w="280669" h="269239">
                  <a:moveTo>
                    <a:pt x="262801" y="0"/>
                  </a:moveTo>
                  <a:lnTo>
                    <a:pt x="263156" y="0"/>
                  </a:lnTo>
                  <a:lnTo>
                    <a:pt x="266395" y="0"/>
                  </a:lnTo>
                  <a:lnTo>
                    <a:pt x="269278" y="723"/>
                  </a:lnTo>
                  <a:lnTo>
                    <a:pt x="280441" y="14033"/>
                  </a:lnTo>
                  <a:lnTo>
                    <a:pt x="280441" y="17284"/>
                  </a:lnTo>
                  <a:lnTo>
                    <a:pt x="280441" y="18719"/>
                  </a:lnTo>
                  <a:lnTo>
                    <a:pt x="280073" y="20523"/>
                  </a:lnTo>
                  <a:lnTo>
                    <a:pt x="279717" y="21958"/>
                  </a:lnTo>
                </a:path>
                <a:path w="280669" h="269239">
                  <a:moveTo>
                    <a:pt x="88557" y="204838"/>
                  </a:moveTo>
                  <a:lnTo>
                    <a:pt x="88557" y="251993"/>
                  </a:lnTo>
                </a:path>
                <a:path w="280669" h="269239">
                  <a:moveTo>
                    <a:pt x="355" y="24472"/>
                  </a:moveTo>
                  <a:lnTo>
                    <a:pt x="355" y="70192"/>
                  </a:lnTo>
                </a:path>
                <a:path w="280669" h="269239">
                  <a:moveTo>
                    <a:pt x="355" y="70192"/>
                  </a:moveTo>
                  <a:lnTo>
                    <a:pt x="1722" y="78219"/>
                  </a:lnTo>
                  <a:lnTo>
                    <a:pt x="7510" y="84418"/>
                  </a:lnTo>
                  <a:lnTo>
                    <a:pt x="15391" y="87914"/>
                  </a:lnTo>
                  <a:lnTo>
                    <a:pt x="23037" y="87833"/>
                  </a:lnTo>
                </a:path>
                <a:path w="280669" h="269239">
                  <a:moveTo>
                    <a:pt x="280073" y="22313"/>
                  </a:moveTo>
                  <a:lnTo>
                    <a:pt x="280073" y="71996"/>
                  </a:lnTo>
                </a:path>
                <a:path w="280669" h="269239">
                  <a:moveTo>
                    <a:pt x="23037" y="87833"/>
                  </a:moveTo>
                  <a:lnTo>
                    <a:pt x="70192" y="87833"/>
                  </a:lnTo>
                </a:path>
                <a:path w="280669" h="269239">
                  <a:moveTo>
                    <a:pt x="88557" y="63715"/>
                  </a:moveTo>
                  <a:lnTo>
                    <a:pt x="88557" y="16916"/>
                  </a:lnTo>
                </a:path>
              </a:pathLst>
            </a:custGeom>
            <a:noFill/>
            <a:ln w="12406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object 23"/>
          <p:cNvSpPr/>
          <p:nvPr/>
        </p:nvSpPr>
        <p:spPr>
          <a:xfrm>
            <a:off x="1015200" y="6076800"/>
            <a:ext cx="689652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20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Maîtrise</a:t>
            </a:r>
            <a:r>
              <a:rPr b="0" lang="en-US" sz="220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200" spc="18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220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200" spc="1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Fondamentaux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35000"/>
              </a:lnSpc>
              <a:spcBef>
                <a:spcPts val="1111"/>
              </a:spcBef>
            </a:pP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Utilisation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JavaScript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vanilla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3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une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application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légère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2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 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performante.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object 2"/>
          <p:cNvGrpSpPr/>
          <p:nvPr/>
        </p:nvGrpSpPr>
        <p:grpSpPr>
          <a:xfrm>
            <a:off x="9144000" y="0"/>
            <a:ext cx="5485680" cy="8228520"/>
            <a:chOff x="9144000" y="0"/>
            <a:chExt cx="5485680" cy="8228520"/>
          </a:xfrm>
        </p:grpSpPr>
        <p:pic>
          <p:nvPicPr>
            <p:cNvPr id="96" name="object 3" descr=""/>
            <p:cNvPicPr/>
            <p:nvPr/>
          </p:nvPicPr>
          <p:blipFill>
            <a:blip r:embed="rId1"/>
            <a:stretch/>
          </p:blipFill>
          <p:spPr>
            <a:xfrm>
              <a:off x="9144000" y="0"/>
              <a:ext cx="5485680" cy="8228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7" name="object 4" descr=""/>
            <p:cNvPicPr/>
            <p:nvPr/>
          </p:nvPicPr>
          <p:blipFill>
            <a:blip r:embed="rId2"/>
            <a:stretch/>
          </p:blipFill>
          <p:spPr>
            <a:xfrm>
              <a:off x="9968760" y="3200040"/>
              <a:ext cx="4204080" cy="2480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78960" y="578160"/>
            <a:ext cx="7785000" cy="1576080"/>
          </a:xfrm>
          <a:prstGeom prst="rect">
            <a:avLst/>
          </a:prstGeom>
          <a:noFill/>
          <a:ln w="0">
            <a:noFill/>
          </a:ln>
        </p:spPr>
        <p:txBody>
          <a:bodyPr lIns="0" rIns="0" tIns="166680" bIns="0" anchor="t">
            <a:spAutoFit/>
          </a:bodyPr>
          <a:p>
            <a:pPr marL="114480" indent="0">
              <a:lnSpc>
                <a:spcPts val="5550"/>
              </a:lnSpc>
              <a:buNone/>
            </a:pPr>
            <a:r>
              <a:rPr b="0" lang="en-US" sz="4450" spc="14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Architecture:</a:t>
            </a:r>
            <a:r>
              <a:rPr b="0" lang="en-US" sz="4450" spc="7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19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Application </a:t>
            </a:r>
            <a:r>
              <a:rPr b="0" lang="en-US" sz="4450" spc="39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Monopage</a:t>
            </a:r>
            <a:r>
              <a:rPr b="0" lang="en-US" sz="4450" spc="8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20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(SPA)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9" name="object 6" descr=""/>
          <p:cNvPicPr/>
          <p:nvPr/>
        </p:nvPicPr>
        <p:blipFill>
          <a:blip r:embed="rId3"/>
          <a:stretch/>
        </p:blipFill>
        <p:spPr>
          <a:xfrm>
            <a:off x="793800" y="2488680"/>
            <a:ext cx="1133280" cy="50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2141640" y="2514600"/>
            <a:ext cx="6110280" cy="45126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200" spc="17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Dashboard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>
              <a:lnSpc>
                <a:spcPct val="135000"/>
              </a:lnSpc>
              <a:spcBef>
                <a:spcPts val="1111"/>
              </a:spcBef>
              <a:buNone/>
            </a:pP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Vue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principale</a:t>
            </a:r>
            <a:r>
              <a:rPr b="0" lang="en-US" sz="17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2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avec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tracker</a:t>
            </a:r>
            <a:r>
              <a:rPr b="0" lang="en-US" sz="17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Bitcoin,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valorisation</a:t>
            </a:r>
            <a:r>
              <a:rPr b="0" lang="en-US" sz="17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totale, </a:t>
            </a: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aperçu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portefeuilles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graphiques.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664"/>
              </a:spcBef>
              <a:buNone/>
            </a:pPr>
            <a:r>
              <a:rPr b="0" lang="en-US" sz="2200" spc="15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Assets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664"/>
              </a:spcBef>
              <a:buNone/>
            </a:pP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Gestion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CRUD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actifs</a:t>
            </a:r>
            <a:r>
              <a:rPr b="0" lang="en-US" sz="175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cryptographiques, </a:t>
            </a: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récupération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prix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via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CoinGecko,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fonction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 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recherche.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>
              <a:lnSpc>
                <a:spcPct val="100000"/>
              </a:lnSpc>
              <a:spcBef>
                <a:spcPts val="850"/>
              </a:spcBef>
              <a:buNone/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>
              <a:lnSpc>
                <a:spcPct val="100000"/>
              </a:lnSpc>
              <a:spcBef>
                <a:spcPts val="850"/>
              </a:spcBef>
              <a:buNone/>
            </a:pPr>
            <a:r>
              <a:rPr b="0" lang="en-US" sz="220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Portfolio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>
              <a:lnSpc>
                <a:spcPct val="135000"/>
              </a:lnSpc>
              <a:spcBef>
                <a:spcPts val="1114"/>
              </a:spcBef>
              <a:buNone/>
            </a:pP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Création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suppression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2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portefeuilles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2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avec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nom </a:t>
            </a: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personnalisé</a:t>
            </a: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ID</a:t>
            </a: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unique.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62960" y="376560"/>
            <a:ext cx="8290800" cy="599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650" spc="14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Implémentation</a:t>
            </a:r>
            <a:r>
              <a:rPr b="0" lang="en-US" sz="2650" spc="6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2650" spc="7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Technique:</a:t>
            </a:r>
            <a:r>
              <a:rPr b="0" lang="en-US" sz="2650" spc="6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2650" spc="156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Gestion</a:t>
            </a:r>
            <a:r>
              <a:rPr b="0" lang="en-US" sz="2650" spc="6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2650" spc="22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des</a:t>
            </a:r>
            <a:r>
              <a:rPr b="0" lang="en-US" sz="2650" spc="6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2650" spc="23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Données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2" name="object 3"/>
          <p:cNvSpPr/>
          <p:nvPr/>
        </p:nvSpPr>
        <p:spPr>
          <a:xfrm>
            <a:off x="463320" y="1136520"/>
            <a:ext cx="43372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7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Persistance</a:t>
            </a:r>
            <a:r>
              <a:rPr b="0" lang="en-US" sz="1600" spc="4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Locale</a:t>
            </a:r>
            <a:r>
              <a:rPr b="0" lang="en-US" sz="1600" spc="4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3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avec</a:t>
            </a:r>
            <a:r>
              <a:rPr b="0" lang="en-US" sz="1600" spc="4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localStorage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object 4"/>
          <p:cNvSpPr/>
          <p:nvPr/>
        </p:nvSpPr>
        <p:spPr>
          <a:xfrm>
            <a:off x="463320" y="1573200"/>
            <a:ext cx="61660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Stockage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données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utilisateur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entre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les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sessions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sans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base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données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externe.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object 5"/>
          <p:cNvSpPr/>
          <p:nvPr/>
        </p:nvSpPr>
        <p:spPr>
          <a:xfrm>
            <a:off x="463320" y="2406960"/>
            <a:ext cx="8064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5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6"/>
          <p:cNvSpPr/>
          <p:nvPr/>
        </p:nvSpPr>
        <p:spPr>
          <a:xfrm>
            <a:off x="463320" y="3102480"/>
            <a:ext cx="8064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5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bject 7"/>
          <p:cNvSpPr/>
          <p:nvPr/>
        </p:nvSpPr>
        <p:spPr>
          <a:xfrm>
            <a:off x="463320" y="3798000"/>
            <a:ext cx="8064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5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bject 8"/>
          <p:cNvSpPr/>
          <p:nvPr/>
        </p:nvSpPr>
        <p:spPr>
          <a:xfrm>
            <a:off x="843480" y="2465280"/>
            <a:ext cx="5100120" cy="17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Solution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simple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2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2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efficace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une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2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application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front-</a:t>
            </a:r>
            <a:r>
              <a:rPr b="0" lang="en-US" sz="16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end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autonome.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65000"/>
              </a:lnSpc>
            </a:pPr>
            <a:r>
              <a:rPr b="0" lang="en-US" sz="160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Accès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direct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aux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données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depuis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navigateur.</a:t>
            </a:r>
            <a:r>
              <a:rPr b="0" lang="en-US" sz="1600" spc="4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 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Convient</a:t>
            </a:r>
            <a:r>
              <a:rPr b="0" lang="en-US" sz="16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aux</a:t>
            </a:r>
            <a:r>
              <a:rPr b="0" lang="en-US" sz="16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projets</a:t>
            </a:r>
            <a:r>
              <a:rPr b="0" lang="en-US" sz="16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60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taille</a:t>
            </a:r>
            <a:r>
              <a:rPr b="0" lang="en-US" sz="160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réduite</a:t>
            </a:r>
            <a:r>
              <a:rPr b="0" lang="en-US" sz="16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ou</a:t>
            </a:r>
            <a:r>
              <a:rPr b="0" lang="en-US" sz="160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pédagogiques.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object 9" descr=""/>
          <p:cNvPicPr/>
          <p:nvPr/>
        </p:nvPicPr>
        <p:blipFill>
          <a:blip r:embed="rId1"/>
          <a:stretch/>
        </p:blipFill>
        <p:spPr>
          <a:xfrm>
            <a:off x="8889840" y="1155600"/>
            <a:ext cx="5271480" cy="707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78960" y="578160"/>
            <a:ext cx="7785000" cy="1576080"/>
          </a:xfrm>
          <a:prstGeom prst="rect">
            <a:avLst/>
          </a:prstGeom>
          <a:noFill/>
          <a:ln w="0">
            <a:noFill/>
          </a:ln>
        </p:spPr>
        <p:txBody>
          <a:bodyPr lIns="0" rIns="0" tIns="390600" bIns="0" anchor="t">
            <a:spAutoFit/>
          </a:bodyPr>
          <a:p>
            <a:pPr marL="11448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4450" spc="21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Intégration</a:t>
            </a:r>
            <a:r>
              <a:rPr b="0" lang="en-US" sz="4450" spc="7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20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API</a:t>
            </a:r>
            <a:r>
              <a:rPr b="0" lang="en-US" sz="4450" spc="79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139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et</a:t>
            </a:r>
            <a:r>
              <a:rPr b="0" lang="en-US" sz="4450" spc="7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450" spc="156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KPI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0" name="object 3"/>
          <p:cNvSpPr/>
          <p:nvPr/>
        </p:nvSpPr>
        <p:spPr>
          <a:xfrm>
            <a:off x="457200" y="3780000"/>
            <a:ext cx="4134960" cy="14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473840">
              <a:lnSpc>
                <a:spcPct val="100000"/>
              </a:lnSpc>
              <a:spcBef>
                <a:spcPts val="99"/>
              </a:spcBef>
            </a:pPr>
            <a:r>
              <a:rPr b="0" lang="en-US" sz="220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API</a:t>
            </a:r>
            <a:r>
              <a:rPr b="0" lang="en-US" sz="22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	</a:t>
            </a:r>
            <a:r>
              <a:rPr b="0" lang="en-US" sz="220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CoinGecko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73840">
              <a:lnSpc>
                <a:spcPct val="100000"/>
              </a:lnSpc>
              <a:spcBef>
                <a:spcPts val="99"/>
              </a:spcBef>
            </a:pPr>
            <a:r>
              <a:rPr b="0" lang="en-US" sz="17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Récupération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3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données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marché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les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calculs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2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-2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KPI.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" name="object 4"/>
          <p:cNvGrpSpPr/>
          <p:nvPr/>
        </p:nvGrpSpPr>
        <p:grpSpPr>
          <a:xfrm>
            <a:off x="5032800" y="2104200"/>
            <a:ext cx="4564080" cy="4564080"/>
            <a:chOff x="5032800" y="2104200"/>
            <a:chExt cx="4564080" cy="4564080"/>
          </a:xfrm>
        </p:grpSpPr>
        <p:pic>
          <p:nvPicPr>
            <p:cNvPr id="112" name="object 5" descr=""/>
            <p:cNvPicPr/>
            <p:nvPr/>
          </p:nvPicPr>
          <p:blipFill>
            <a:blip r:embed="rId1"/>
            <a:stretch/>
          </p:blipFill>
          <p:spPr>
            <a:xfrm>
              <a:off x="5032800" y="2104200"/>
              <a:ext cx="4564080" cy="4564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3" name="object 6" descr=""/>
            <p:cNvPicPr/>
            <p:nvPr/>
          </p:nvPicPr>
          <p:blipFill>
            <a:blip r:embed="rId2"/>
            <a:stretch/>
          </p:blipFill>
          <p:spPr>
            <a:xfrm>
              <a:off x="7951680" y="2843640"/>
              <a:ext cx="324360" cy="318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4" name="object 7" descr=""/>
            <p:cNvPicPr/>
            <p:nvPr/>
          </p:nvPicPr>
          <p:blipFill>
            <a:blip r:embed="rId3"/>
            <a:stretch/>
          </p:blipFill>
          <p:spPr>
            <a:xfrm>
              <a:off x="5032800" y="2104200"/>
              <a:ext cx="4564080" cy="4564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5" name="object 8"/>
            <p:cNvSpPr/>
            <p:nvPr/>
          </p:nvSpPr>
          <p:spPr>
            <a:xfrm>
              <a:off x="7961040" y="5615280"/>
              <a:ext cx="305640" cy="310680"/>
            </a:xfrm>
            <a:custGeom>
              <a:avLst/>
              <a:gdLst>
                <a:gd name="textAreaLeft" fmla="*/ 0 w 305640"/>
                <a:gd name="textAreaRight" fmla="*/ 306000 w 305640"/>
                <a:gd name="textAreaTop" fmla="*/ 0 h 310680"/>
                <a:gd name="textAreaBottom" fmla="*/ 311040 h 310680"/>
              </a:gdLst>
              <a:ahLst/>
              <a:cxnLst/>
              <a:rect l="textAreaLeft" t="textAreaTop" r="textAreaRight" b="textAreaBottom"/>
              <a:pathLst>
                <a:path w="306070" h="311150">
                  <a:moveTo>
                    <a:pt x="70749" y="247452"/>
                  </a:moveTo>
                  <a:lnTo>
                    <a:pt x="70531" y="234062"/>
                  </a:lnTo>
                  <a:lnTo>
                    <a:pt x="70383" y="215910"/>
                  </a:lnTo>
                  <a:lnTo>
                    <a:pt x="70237" y="199309"/>
                  </a:lnTo>
                  <a:lnTo>
                    <a:pt x="70026" y="190569"/>
                  </a:lnTo>
                  <a:lnTo>
                    <a:pt x="69302" y="186607"/>
                  </a:lnTo>
                  <a:lnTo>
                    <a:pt x="68222" y="183013"/>
                  </a:lnTo>
                  <a:lnTo>
                    <a:pt x="67143" y="180498"/>
                  </a:lnTo>
                </a:path>
                <a:path w="306070" h="311150">
                  <a:moveTo>
                    <a:pt x="3782" y="179419"/>
                  </a:moveTo>
                  <a:lnTo>
                    <a:pt x="1992" y="182657"/>
                  </a:lnTo>
                  <a:lnTo>
                    <a:pt x="912" y="186251"/>
                  </a:lnTo>
                  <a:lnTo>
                    <a:pt x="188" y="190214"/>
                  </a:lnTo>
                  <a:lnTo>
                    <a:pt x="0" y="207627"/>
                  </a:lnTo>
                  <a:lnTo>
                    <a:pt x="12" y="241241"/>
                  </a:lnTo>
                  <a:lnTo>
                    <a:pt x="294" y="275262"/>
                  </a:lnTo>
                  <a:lnTo>
                    <a:pt x="912" y="293896"/>
                  </a:lnTo>
                  <a:lnTo>
                    <a:pt x="1268" y="296411"/>
                  </a:lnTo>
                  <a:lnTo>
                    <a:pt x="1992" y="298214"/>
                  </a:lnTo>
                  <a:lnTo>
                    <a:pt x="2703" y="299649"/>
                  </a:lnTo>
                </a:path>
                <a:path w="306070" h="311150">
                  <a:moveTo>
                    <a:pt x="4151" y="301808"/>
                  </a:moveTo>
                  <a:lnTo>
                    <a:pt x="25741" y="310457"/>
                  </a:lnTo>
                  <a:lnTo>
                    <a:pt x="37628" y="310813"/>
                  </a:lnTo>
                </a:path>
                <a:path w="306070" h="311150">
                  <a:moveTo>
                    <a:pt x="274864" y="310457"/>
                  </a:moveTo>
                  <a:lnTo>
                    <a:pt x="281341" y="310089"/>
                  </a:lnTo>
                  <a:lnTo>
                    <a:pt x="286383" y="309733"/>
                  </a:lnTo>
                  <a:lnTo>
                    <a:pt x="290345" y="309009"/>
                  </a:lnTo>
                </a:path>
                <a:path w="306070" h="311150">
                  <a:moveTo>
                    <a:pt x="302232" y="300373"/>
                  </a:moveTo>
                  <a:lnTo>
                    <a:pt x="303312" y="297859"/>
                  </a:lnTo>
                  <a:lnTo>
                    <a:pt x="304391" y="295331"/>
                  </a:lnTo>
                  <a:lnTo>
                    <a:pt x="305471" y="289578"/>
                  </a:lnTo>
                  <a:lnTo>
                    <a:pt x="305471" y="266896"/>
                  </a:lnTo>
                </a:path>
                <a:path w="306070" h="311150">
                  <a:moveTo>
                    <a:pt x="305471" y="22091"/>
                  </a:moveTo>
                  <a:lnTo>
                    <a:pt x="305103" y="17773"/>
                  </a:lnTo>
                  <a:lnTo>
                    <a:pt x="304023" y="13099"/>
                  </a:lnTo>
                  <a:lnTo>
                    <a:pt x="302588" y="9493"/>
                  </a:lnTo>
                  <a:lnTo>
                    <a:pt x="301153" y="7334"/>
                  </a:lnTo>
                </a:path>
                <a:path w="306070" h="311150">
                  <a:moveTo>
                    <a:pt x="291793" y="1212"/>
                  </a:moveTo>
                  <a:lnTo>
                    <a:pt x="287217" y="538"/>
                  </a:lnTo>
                  <a:lnTo>
                    <a:pt x="278423" y="134"/>
                  </a:lnTo>
                  <a:lnTo>
                    <a:pt x="262271" y="0"/>
                  </a:lnTo>
                  <a:lnTo>
                    <a:pt x="235621" y="133"/>
                  </a:lnTo>
                  <a:lnTo>
                    <a:pt x="232027" y="488"/>
                  </a:lnTo>
                  <a:lnTo>
                    <a:pt x="229144" y="1212"/>
                  </a:lnTo>
                  <a:lnTo>
                    <a:pt x="225905" y="2647"/>
                  </a:lnTo>
                  <a:lnTo>
                    <a:pt x="223022" y="5175"/>
                  </a:lnTo>
                </a:path>
                <a:path w="306070" h="311150">
                  <a:moveTo>
                    <a:pt x="67143" y="180498"/>
                  </a:moveTo>
                  <a:lnTo>
                    <a:pt x="66431" y="179419"/>
                  </a:lnTo>
                </a:path>
                <a:path w="306070" h="311150">
                  <a:moveTo>
                    <a:pt x="66431" y="179419"/>
                  </a:moveTo>
                  <a:lnTo>
                    <a:pt x="65708" y="178339"/>
                  </a:lnTo>
                </a:path>
                <a:path w="306070" h="311150">
                  <a:moveTo>
                    <a:pt x="65708" y="178339"/>
                  </a:moveTo>
                  <a:lnTo>
                    <a:pt x="64628" y="177247"/>
                  </a:lnTo>
                </a:path>
                <a:path w="306070" h="311150">
                  <a:moveTo>
                    <a:pt x="64628" y="177247"/>
                  </a:moveTo>
                  <a:lnTo>
                    <a:pt x="63904" y="176536"/>
                  </a:lnTo>
                  <a:lnTo>
                    <a:pt x="63193" y="175812"/>
                  </a:lnTo>
                  <a:lnTo>
                    <a:pt x="62101" y="175088"/>
                  </a:lnTo>
                </a:path>
                <a:path w="306070" h="311150">
                  <a:moveTo>
                    <a:pt x="62101" y="175088"/>
                  </a:moveTo>
                  <a:lnTo>
                    <a:pt x="49886" y="171646"/>
                  </a:lnTo>
                  <a:lnTo>
                    <a:pt x="38347" y="171040"/>
                  </a:lnTo>
                  <a:lnTo>
                    <a:pt x="27077" y="171648"/>
                  </a:lnTo>
                  <a:lnTo>
                    <a:pt x="15670" y="171849"/>
                  </a:lnTo>
                </a:path>
                <a:path w="306070" h="311150">
                  <a:moveTo>
                    <a:pt x="15670" y="171849"/>
                  </a:moveTo>
                  <a:lnTo>
                    <a:pt x="13511" y="172573"/>
                  </a:lnTo>
                  <a:lnTo>
                    <a:pt x="11707" y="173297"/>
                  </a:lnTo>
                  <a:lnTo>
                    <a:pt x="9904" y="174377"/>
                  </a:lnTo>
                  <a:lnTo>
                    <a:pt x="8113" y="175456"/>
                  </a:lnTo>
                  <a:lnTo>
                    <a:pt x="6310" y="176891"/>
                  </a:lnTo>
                  <a:lnTo>
                    <a:pt x="4862" y="178339"/>
                  </a:lnTo>
                </a:path>
                <a:path w="306070" h="311150">
                  <a:moveTo>
                    <a:pt x="4862" y="178339"/>
                  </a:moveTo>
                  <a:lnTo>
                    <a:pt x="3782" y="179419"/>
                  </a:lnTo>
                </a:path>
                <a:path w="306070" h="311150">
                  <a:moveTo>
                    <a:pt x="2703" y="299649"/>
                  </a:moveTo>
                  <a:lnTo>
                    <a:pt x="3427" y="300729"/>
                  </a:lnTo>
                </a:path>
                <a:path w="306070" h="311150">
                  <a:moveTo>
                    <a:pt x="3427" y="300729"/>
                  </a:moveTo>
                  <a:lnTo>
                    <a:pt x="4151" y="301808"/>
                  </a:lnTo>
                </a:path>
                <a:path w="306070" h="311150">
                  <a:moveTo>
                    <a:pt x="290345" y="309009"/>
                  </a:moveTo>
                  <a:lnTo>
                    <a:pt x="291793" y="308654"/>
                  </a:lnTo>
                  <a:lnTo>
                    <a:pt x="292872" y="307930"/>
                  </a:lnTo>
                  <a:lnTo>
                    <a:pt x="293952" y="307574"/>
                  </a:lnTo>
                  <a:lnTo>
                    <a:pt x="297190" y="305415"/>
                  </a:lnTo>
                  <a:lnTo>
                    <a:pt x="300061" y="303256"/>
                  </a:lnTo>
                  <a:lnTo>
                    <a:pt x="302232" y="300373"/>
                  </a:lnTo>
                </a:path>
                <a:path w="306070" h="311150">
                  <a:moveTo>
                    <a:pt x="301153" y="7334"/>
                  </a:moveTo>
                  <a:lnTo>
                    <a:pt x="300061" y="6254"/>
                  </a:lnTo>
                  <a:lnTo>
                    <a:pt x="298981" y="5175"/>
                  </a:lnTo>
                  <a:lnTo>
                    <a:pt x="297546" y="4095"/>
                  </a:lnTo>
                </a:path>
                <a:path w="306070" h="311150">
                  <a:moveTo>
                    <a:pt x="297546" y="4095"/>
                  </a:moveTo>
                  <a:lnTo>
                    <a:pt x="296822" y="3371"/>
                  </a:lnTo>
                  <a:lnTo>
                    <a:pt x="296111" y="3016"/>
                  </a:lnTo>
                  <a:lnTo>
                    <a:pt x="295743" y="2647"/>
                  </a:lnTo>
                  <a:lnTo>
                    <a:pt x="295387" y="2647"/>
                  </a:lnTo>
                  <a:lnTo>
                    <a:pt x="295031" y="2292"/>
                  </a:lnTo>
                  <a:lnTo>
                    <a:pt x="294663" y="2292"/>
                  </a:lnTo>
                </a:path>
                <a:path w="306070" h="311150">
                  <a:moveTo>
                    <a:pt x="294663" y="2292"/>
                  </a:moveTo>
                  <a:lnTo>
                    <a:pt x="293584" y="1568"/>
                  </a:lnTo>
                  <a:lnTo>
                    <a:pt x="292504" y="1212"/>
                  </a:lnTo>
                  <a:lnTo>
                    <a:pt x="291793" y="1212"/>
                  </a:lnTo>
                </a:path>
                <a:path w="306070" h="311150">
                  <a:moveTo>
                    <a:pt x="223022" y="5175"/>
                  </a:moveTo>
                  <a:lnTo>
                    <a:pt x="221943" y="6254"/>
                  </a:lnTo>
                </a:path>
                <a:path w="306070" h="311150">
                  <a:moveTo>
                    <a:pt x="221943" y="6254"/>
                  </a:moveTo>
                  <a:lnTo>
                    <a:pt x="220863" y="7334"/>
                  </a:lnTo>
                </a:path>
                <a:path w="306070" h="311150">
                  <a:moveTo>
                    <a:pt x="220863" y="7334"/>
                  </a:moveTo>
                  <a:lnTo>
                    <a:pt x="219784" y="9137"/>
                  </a:lnTo>
                </a:path>
                <a:path w="306070" h="311150">
                  <a:moveTo>
                    <a:pt x="219784" y="9137"/>
                  </a:moveTo>
                  <a:lnTo>
                    <a:pt x="219428" y="10216"/>
                  </a:lnTo>
                  <a:lnTo>
                    <a:pt x="218704" y="11652"/>
                  </a:lnTo>
                  <a:lnTo>
                    <a:pt x="218349" y="12731"/>
                  </a:lnTo>
                </a:path>
                <a:path w="306070" h="311150">
                  <a:moveTo>
                    <a:pt x="218349" y="12731"/>
                  </a:moveTo>
                  <a:lnTo>
                    <a:pt x="217625" y="14534"/>
                  </a:lnTo>
                </a:path>
                <a:path w="306070" h="311150">
                  <a:moveTo>
                    <a:pt x="217625" y="14534"/>
                  </a:moveTo>
                  <a:lnTo>
                    <a:pt x="217269" y="281654"/>
                  </a:lnTo>
                </a:path>
                <a:path w="306070" h="311150">
                  <a:moveTo>
                    <a:pt x="106386" y="283089"/>
                  </a:moveTo>
                  <a:lnTo>
                    <a:pt x="107465" y="100933"/>
                  </a:lnTo>
                </a:path>
                <a:path w="306070" h="311150">
                  <a:moveTo>
                    <a:pt x="107465" y="100933"/>
                  </a:moveTo>
                  <a:lnTo>
                    <a:pt x="107821" y="99853"/>
                  </a:lnTo>
                  <a:lnTo>
                    <a:pt x="108545" y="98418"/>
                  </a:lnTo>
                  <a:lnTo>
                    <a:pt x="109269" y="97338"/>
                  </a:lnTo>
                  <a:lnTo>
                    <a:pt x="109624" y="96259"/>
                  </a:lnTo>
                  <a:lnTo>
                    <a:pt x="110348" y="95535"/>
                  </a:lnTo>
                  <a:lnTo>
                    <a:pt x="110704" y="94811"/>
                  </a:lnTo>
                </a:path>
                <a:path w="306070" h="311150">
                  <a:moveTo>
                    <a:pt x="110704" y="94811"/>
                  </a:moveTo>
                  <a:lnTo>
                    <a:pt x="111783" y="93376"/>
                  </a:lnTo>
                </a:path>
                <a:path w="306070" h="311150">
                  <a:moveTo>
                    <a:pt x="111783" y="93376"/>
                  </a:moveTo>
                  <a:lnTo>
                    <a:pt x="113231" y="92297"/>
                  </a:lnTo>
                </a:path>
                <a:path w="306070" h="311150">
                  <a:moveTo>
                    <a:pt x="70749" y="283813"/>
                  </a:moveTo>
                  <a:lnTo>
                    <a:pt x="70749" y="247452"/>
                  </a:lnTo>
                </a:path>
                <a:path w="306070" h="311150">
                  <a:moveTo>
                    <a:pt x="113231" y="92297"/>
                  </a:moveTo>
                  <a:lnTo>
                    <a:pt x="114310" y="91217"/>
                  </a:lnTo>
                  <a:lnTo>
                    <a:pt x="115390" y="90493"/>
                  </a:lnTo>
                  <a:lnTo>
                    <a:pt x="116469" y="89769"/>
                  </a:lnTo>
                  <a:lnTo>
                    <a:pt x="118984" y="88334"/>
                  </a:lnTo>
                  <a:lnTo>
                    <a:pt x="121511" y="87610"/>
                  </a:lnTo>
                  <a:lnTo>
                    <a:pt x="124382" y="86899"/>
                  </a:lnTo>
                </a:path>
                <a:path w="306070" h="311150">
                  <a:moveTo>
                    <a:pt x="124382" y="86899"/>
                  </a:moveTo>
                  <a:lnTo>
                    <a:pt x="166507" y="86899"/>
                  </a:lnTo>
                </a:path>
                <a:path w="306070" h="311150">
                  <a:moveTo>
                    <a:pt x="179106" y="95891"/>
                  </a:moveTo>
                  <a:lnTo>
                    <a:pt x="177302" y="93376"/>
                  </a:lnTo>
                  <a:lnTo>
                    <a:pt x="174788" y="91217"/>
                  </a:lnTo>
                  <a:lnTo>
                    <a:pt x="171905" y="89414"/>
                  </a:lnTo>
                  <a:lnTo>
                    <a:pt x="170102" y="88334"/>
                  </a:lnTo>
                  <a:lnTo>
                    <a:pt x="168311" y="87610"/>
                  </a:lnTo>
                  <a:lnTo>
                    <a:pt x="166507" y="86899"/>
                  </a:lnTo>
                </a:path>
                <a:path w="306070" h="311150">
                  <a:moveTo>
                    <a:pt x="179106" y="95891"/>
                  </a:moveTo>
                  <a:lnTo>
                    <a:pt x="180185" y="97338"/>
                  </a:lnTo>
                </a:path>
                <a:path w="306070" h="311150">
                  <a:moveTo>
                    <a:pt x="180185" y="97338"/>
                  </a:moveTo>
                  <a:lnTo>
                    <a:pt x="183068" y="281654"/>
                  </a:lnTo>
                </a:path>
                <a:path w="306070" h="311150">
                  <a:moveTo>
                    <a:pt x="37628" y="310813"/>
                  </a:moveTo>
                  <a:lnTo>
                    <a:pt x="274864" y="310457"/>
                  </a:lnTo>
                </a:path>
                <a:path w="306070" h="311150">
                  <a:moveTo>
                    <a:pt x="305471" y="266896"/>
                  </a:moveTo>
                  <a:lnTo>
                    <a:pt x="305471" y="22091"/>
                  </a:lnTo>
                </a:path>
              </a:pathLst>
            </a:custGeom>
            <a:noFill/>
            <a:ln w="14031">
              <a:solidFill>
                <a:srgbClr val="44413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object 9"/>
          <p:cNvSpPr/>
          <p:nvPr/>
        </p:nvSpPr>
        <p:spPr>
          <a:xfrm>
            <a:off x="9924840" y="2376720"/>
            <a:ext cx="3704400" cy="12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750"/>
              </a:lnSpc>
              <a:spcBef>
                <a:spcPts val="99"/>
              </a:spcBef>
            </a:pPr>
            <a:r>
              <a:rPr b="0" lang="en-US" sz="220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Répartition</a:t>
            </a:r>
            <a:r>
              <a:rPr b="0" lang="en-US" sz="220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200" spc="15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 </a:t>
            </a:r>
            <a:r>
              <a:rPr b="0" lang="en-US" sz="22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Portefeuilles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789"/>
              </a:spcBef>
            </a:pP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Valeur</a:t>
            </a:r>
            <a:r>
              <a:rPr b="0" lang="en-US" sz="17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monétaire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pourcentage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bject 10"/>
          <p:cNvSpPr/>
          <p:nvPr/>
        </p:nvSpPr>
        <p:spPr>
          <a:xfrm>
            <a:off x="9924840" y="3664440"/>
            <a:ext cx="36698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object 11"/>
          <p:cNvSpPr/>
          <p:nvPr/>
        </p:nvSpPr>
        <p:spPr>
          <a:xfrm>
            <a:off x="9924840" y="4829400"/>
            <a:ext cx="3669840" cy="15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750"/>
              </a:lnSpc>
              <a:spcBef>
                <a:spcPts val="99"/>
              </a:spcBef>
            </a:pPr>
            <a:r>
              <a:rPr b="0" lang="en-US" sz="2200" spc="13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Composition</a:t>
            </a:r>
            <a:r>
              <a:rPr b="0" lang="en-US" sz="22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200" spc="15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 </a:t>
            </a:r>
            <a:r>
              <a:rPr b="0" lang="en-US" sz="22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Portefeuilles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35000"/>
              </a:lnSpc>
              <a:spcBef>
                <a:spcPts val="1035"/>
              </a:spcBef>
            </a:pPr>
            <a:r>
              <a:rPr b="0" lang="en-US" sz="17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Contribution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chaque</a:t>
            </a:r>
            <a:r>
              <a:rPr b="0" lang="en-US" sz="17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actif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3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à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2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valeur</a:t>
            </a:r>
            <a:r>
              <a:rPr b="0" lang="en-US" sz="17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totale.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object 12"/>
          <p:cNvSpPr/>
          <p:nvPr/>
        </p:nvSpPr>
        <p:spPr>
          <a:xfrm>
            <a:off x="780840" y="7227720"/>
            <a:ext cx="120812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75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Les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indicateurs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sont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calculés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ponctuellement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lors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l'ajout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5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d'un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actif,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en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raison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5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limites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l'API</a:t>
            </a:r>
            <a:r>
              <a:rPr b="0" lang="en-US" sz="17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gratuite.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709200" y="578160"/>
            <a:ext cx="775476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4050" spc="366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Design</a:t>
            </a:r>
            <a:r>
              <a:rPr b="0" lang="en-US" sz="4050" spc="7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050" spc="13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et</a:t>
            </a:r>
            <a:r>
              <a:rPr b="0" lang="en-US" sz="4050" spc="7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050" spc="16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Interface</a:t>
            </a:r>
            <a:r>
              <a:rPr b="0" lang="en-US" sz="4050" spc="7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4050" spc="136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Utilisateur</a:t>
            </a:r>
            <a:endParaRPr b="0" lang="en-US" sz="40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1" name="object 3"/>
          <p:cNvSpPr/>
          <p:nvPr/>
        </p:nvSpPr>
        <p:spPr>
          <a:xfrm>
            <a:off x="685800" y="1828800"/>
            <a:ext cx="29487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400" spc="18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Thème</a:t>
            </a:r>
            <a:r>
              <a:rPr b="0" lang="en-US" sz="2400" spc="4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2400" spc="19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Sombre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object 4"/>
          <p:cNvSpPr/>
          <p:nvPr/>
        </p:nvSpPr>
        <p:spPr>
          <a:xfrm>
            <a:off x="709200" y="2353320"/>
            <a:ext cx="97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object 5"/>
          <p:cNvSpPr/>
          <p:nvPr/>
        </p:nvSpPr>
        <p:spPr>
          <a:xfrm>
            <a:off x="709200" y="2755080"/>
            <a:ext cx="97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object 6"/>
          <p:cNvSpPr/>
          <p:nvPr/>
        </p:nvSpPr>
        <p:spPr>
          <a:xfrm>
            <a:off x="709200" y="3157200"/>
            <a:ext cx="97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object 7"/>
          <p:cNvSpPr/>
          <p:nvPr/>
        </p:nvSpPr>
        <p:spPr>
          <a:xfrm>
            <a:off x="1052280" y="2386800"/>
            <a:ext cx="5153760" cy="10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Modernité</a:t>
            </a:r>
            <a:r>
              <a:rPr b="0" lang="en-US" sz="160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6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popularité.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3169"/>
              </a:lnSpc>
              <a:spcBef>
                <a:spcPts val="111"/>
              </a:spcBef>
            </a:pP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Confort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visuel, </a:t>
            </a:r>
            <a:r>
              <a:rPr b="0" lang="en-US" sz="160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réduction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fatigue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oculaire. </a:t>
            </a:r>
            <a:r>
              <a:rPr b="0" lang="en-US" sz="16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Adapté</a:t>
            </a:r>
            <a:r>
              <a:rPr b="0" lang="en-US" sz="16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aux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applications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financières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techniques.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object 8"/>
          <p:cNvSpPr/>
          <p:nvPr/>
        </p:nvSpPr>
        <p:spPr>
          <a:xfrm>
            <a:off x="708840" y="3886200"/>
            <a:ext cx="45489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400" spc="99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Fonctionnalités</a:t>
            </a:r>
            <a:r>
              <a:rPr b="0" lang="en-US" sz="2400" spc="6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2400" spc="159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Avancées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object 9"/>
          <p:cNvSpPr/>
          <p:nvPr/>
        </p:nvSpPr>
        <p:spPr>
          <a:xfrm>
            <a:off x="709200" y="4286160"/>
            <a:ext cx="97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object 10"/>
          <p:cNvSpPr/>
          <p:nvPr/>
        </p:nvSpPr>
        <p:spPr>
          <a:xfrm>
            <a:off x="709200" y="4688280"/>
            <a:ext cx="97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object 11"/>
          <p:cNvSpPr/>
          <p:nvPr/>
        </p:nvSpPr>
        <p:spPr>
          <a:xfrm>
            <a:off x="709200" y="5090040"/>
            <a:ext cx="975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-51" strike="noStrike" u="none">
                <a:solidFill>
                  <a:srgbClr val="44413f"/>
                </a:solidFill>
                <a:effectLst/>
                <a:uFillTx/>
                <a:latin typeface="Arial MT"/>
              </a:rPr>
              <a:t>•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object 12"/>
          <p:cNvSpPr/>
          <p:nvPr/>
        </p:nvSpPr>
        <p:spPr>
          <a:xfrm>
            <a:off x="1052280" y="4319640"/>
            <a:ext cx="4818600" cy="10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Appels</a:t>
            </a:r>
            <a:r>
              <a:rPr b="0" lang="en-US" sz="16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API</a:t>
            </a:r>
            <a:r>
              <a:rPr b="0" lang="en-US" sz="160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asynchrones</a:t>
            </a:r>
            <a:r>
              <a:rPr b="0" lang="en-US" sz="160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6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</a:t>
            </a:r>
            <a:r>
              <a:rPr b="0" lang="en-US" sz="160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réactivité.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64000"/>
              </a:lnSpc>
              <a:spcBef>
                <a:spcPts val="6"/>
              </a:spcBef>
            </a:pPr>
            <a:r>
              <a:rPr b="0" lang="en-US" sz="160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Gestion</a:t>
            </a:r>
            <a:r>
              <a:rPr b="0" lang="en-US" sz="1600" spc="2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6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l'état</a:t>
            </a:r>
            <a:r>
              <a:rPr b="0" lang="en-US" sz="16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6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l'application</a:t>
            </a:r>
            <a:r>
              <a:rPr b="0" lang="en-US" sz="1600" spc="2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via</a:t>
            </a:r>
            <a:r>
              <a:rPr b="0" lang="en-US" sz="16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JavaScript. </a:t>
            </a:r>
            <a:r>
              <a:rPr b="0" lang="en-US" sz="160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Persistance</a:t>
            </a:r>
            <a:r>
              <a:rPr b="0" lang="en-US" sz="16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6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données</a:t>
            </a:r>
            <a:r>
              <a:rPr b="0" lang="en-US" sz="16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avec</a:t>
            </a:r>
            <a:r>
              <a:rPr b="0" lang="en-US" sz="16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6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localStorage.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object 13" descr=""/>
          <p:cNvPicPr/>
          <p:nvPr/>
        </p:nvPicPr>
        <p:blipFill>
          <a:blip r:embed="rId1"/>
          <a:stretch/>
        </p:blipFill>
        <p:spPr>
          <a:xfrm>
            <a:off x="7574400" y="1752120"/>
            <a:ext cx="6341400" cy="634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object 2" descr="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78960" y="578160"/>
            <a:ext cx="7785000" cy="1576080"/>
          </a:xfrm>
          <a:prstGeom prst="rect">
            <a:avLst/>
          </a:prstGeom>
          <a:noFill/>
          <a:ln w="0">
            <a:noFill/>
          </a:ln>
        </p:spPr>
        <p:txBody>
          <a:bodyPr lIns="0" rIns="0" tIns="118080" bIns="0" anchor="t">
            <a:spAutoFit/>
          </a:bodyPr>
          <a:p>
            <a:pPr marL="12600" indent="0">
              <a:lnSpc>
                <a:spcPts val="4850"/>
              </a:lnSpc>
              <a:buNone/>
            </a:pPr>
            <a:r>
              <a:rPr b="0" lang="en-US" sz="3850" spc="190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Limites</a:t>
            </a:r>
            <a:r>
              <a:rPr b="0" lang="en-US" sz="3850" spc="6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3850" spc="10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et</a:t>
            </a:r>
            <a:r>
              <a:rPr b="0" lang="en-US" sz="3850" spc="71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 </a:t>
            </a:r>
            <a:r>
              <a:rPr b="0" lang="en-US" sz="3850" spc="196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Perspectives </a:t>
            </a:r>
            <a:r>
              <a:rPr b="0" lang="en-US" sz="3850" spc="215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d'Évolution</a:t>
            </a:r>
            <a:endParaRPr b="0" lang="en-US" sz="38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34" name="object 4"/>
          <p:cNvGrpSpPr/>
          <p:nvPr/>
        </p:nvGrpSpPr>
        <p:grpSpPr>
          <a:xfrm>
            <a:off x="691920" y="2378880"/>
            <a:ext cx="592560" cy="1019160"/>
            <a:chOff x="691920" y="2378880"/>
            <a:chExt cx="592560" cy="1019160"/>
          </a:xfrm>
        </p:grpSpPr>
        <p:sp>
          <p:nvSpPr>
            <p:cNvPr id="135" name="object 5"/>
            <p:cNvSpPr/>
            <p:nvPr/>
          </p:nvSpPr>
          <p:spPr>
            <a:xfrm>
              <a:off x="889200" y="2508120"/>
              <a:ext cx="197640" cy="88992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889920"/>
                <a:gd name="textAreaBottom" fmla="*/ 890280 h 889920"/>
              </a:gdLst>
              <a:ahLst/>
              <a:cxnLst/>
              <a:rect l="textAreaLeft" t="textAreaTop" r="textAreaRight" b="textAreaBottom"/>
              <a:pathLst>
                <a:path w="198119" h="890270">
                  <a:moveTo>
                    <a:pt x="83515" y="0"/>
                  </a:moveTo>
                  <a:lnTo>
                    <a:pt x="41757" y="11163"/>
                  </a:lnTo>
                  <a:lnTo>
                    <a:pt x="11518" y="41757"/>
                  </a:lnTo>
                  <a:lnTo>
                    <a:pt x="355" y="83159"/>
                  </a:lnTo>
                  <a:lnTo>
                    <a:pt x="0" y="806754"/>
                  </a:lnTo>
                  <a:lnTo>
                    <a:pt x="717" y="817527"/>
                  </a:lnTo>
                  <a:lnTo>
                    <a:pt x="17199" y="857541"/>
                  </a:lnTo>
                  <a:lnTo>
                    <a:pt x="51516" y="883533"/>
                  </a:lnTo>
                  <a:lnTo>
                    <a:pt x="83159" y="889914"/>
                  </a:lnTo>
                  <a:lnTo>
                    <a:pt x="114833" y="889914"/>
                  </a:lnTo>
                  <a:lnTo>
                    <a:pt x="156590" y="878751"/>
                  </a:lnTo>
                  <a:lnTo>
                    <a:pt x="186842" y="848156"/>
                  </a:lnTo>
                  <a:lnTo>
                    <a:pt x="197219" y="817733"/>
                  </a:lnTo>
                  <a:lnTo>
                    <a:pt x="197261" y="817527"/>
                  </a:lnTo>
                  <a:lnTo>
                    <a:pt x="197992" y="806754"/>
                  </a:lnTo>
                  <a:lnTo>
                    <a:pt x="197969" y="83159"/>
                  </a:lnTo>
                  <a:lnTo>
                    <a:pt x="197261" y="72536"/>
                  </a:lnTo>
                  <a:lnTo>
                    <a:pt x="180793" y="32730"/>
                  </a:lnTo>
                  <a:lnTo>
                    <a:pt x="146476" y="6736"/>
                  </a:lnTo>
                  <a:lnTo>
                    <a:pt x="114833" y="355"/>
                  </a:lnTo>
                  <a:lnTo>
                    <a:pt x="83515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object 6"/>
            <p:cNvSpPr/>
            <p:nvPr/>
          </p:nvSpPr>
          <p:spPr>
            <a:xfrm>
              <a:off x="889200" y="2508120"/>
              <a:ext cx="197640" cy="88992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889920"/>
                <a:gd name="textAreaBottom" fmla="*/ 890280 h 889920"/>
              </a:gdLst>
              <a:ahLst/>
              <a:cxnLst/>
              <a:rect l="textAreaLeft" t="textAreaTop" r="textAreaRight" b="textAreaBottom"/>
              <a:pathLst>
                <a:path w="198119" h="890270">
                  <a:moveTo>
                    <a:pt x="355" y="83159"/>
                  </a:moveTo>
                  <a:lnTo>
                    <a:pt x="1087" y="72386"/>
                  </a:lnTo>
                  <a:lnTo>
                    <a:pt x="3236" y="61782"/>
                  </a:lnTo>
                  <a:lnTo>
                    <a:pt x="24614" y="24431"/>
                  </a:lnTo>
                  <a:lnTo>
                    <a:pt x="61826" y="2881"/>
                  </a:lnTo>
                  <a:lnTo>
                    <a:pt x="83515" y="0"/>
                  </a:lnTo>
                  <a:lnTo>
                    <a:pt x="114833" y="355"/>
                  </a:lnTo>
                  <a:lnTo>
                    <a:pt x="156235" y="11518"/>
                  </a:lnTo>
                  <a:lnTo>
                    <a:pt x="186842" y="41757"/>
                  </a:lnTo>
                  <a:lnTo>
                    <a:pt x="197992" y="83515"/>
                  </a:lnTo>
                  <a:lnTo>
                    <a:pt x="197992" y="806754"/>
                  </a:lnTo>
                  <a:lnTo>
                    <a:pt x="197261" y="817527"/>
                  </a:lnTo>
                  <a:lnTo>
                    <a:pt x="195113" y="828132"/>
                  </a:lnTo>
                  <a:lnTo>
                    <a:pt x="173745" y="865482"/>
                  </a:lnTo>
                  <a:lnTo>
                    <a:pt x="136521" y="887033"/>
                  </a:lnTo>
                  <a:lnTo>
                    <a:pt x="114833" y="889914"/>
                  </a:lnTo>
                  <a:lnTo>
                    <a:pt x="83159" y="889914"/>
                  </a:lnTo>
                  <a:lnTo>
                    <a:pt x="41757" y="878751"/>
                  </a:lnTo>
                  <a:lnTo>
                    <a:pt x="11150" y="848512"/>
                  </a:lnTo>
                  <a:lnTo>
                    <a:pt x="0" y="806754"/>
                  </a:lnTo>
                  <a:lnTo>
                    <a:pt x="355" y="83159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object 7"/>
            <p:cNvSpPr/>
            <p:nvPr/>
          </p:nvSpPr>
          <p:spPr>
            <a:xfrm>
              <a:off x="691920" y="2378880"/>
              <a:ext cx="592560" cy="59256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592560"/>
                <a:gd name="textAreaBottom" fmla="*/ 592920 h 592560"/>
              </a:gdLst>
              <a:ahLst/>
              <a:cxnLst/>
              <a:rect l="textAreaLeft" t="textAreaTop" r="textAreaRight" b="textAreaBottom"/>
              <a:pathLst>
                <a:path w="593090" h="593089">
                  <a:moveTo>
                    <a:pt x="296456" y="0"/>
                  </a:moveTo>
                  <a:lnTo>
                    <a:pt x="257767" y="2532"/>
                  </a:lnTo>
                  <a:lnTo>
                    <a:pt x="219778" y="10072"/>
                  </a:lnTo>
                  <a:lnTo>
                    <a:pt x="183139" y="22469"/>
                  </a:lnTo>
                  <a:lnTo>
                    <a:pt x="148323" y="39586"/>
                  </a:lnTo>
                  <a:lnTo>
                    <a:pt x="116042" y="61125"/>
                  </a:lnTo>
                  <a:lnTo>
                    <a:pt x="86936" y="86613"/>
                  </a:lnTo>
                  <a:lnTo>
                    <a:pt x="61342" y="115680"/>
                  </a:lnTo>
                  <a:lnTo>
                    <a:pt x="39598" y="147956"/>
                  </a:lnTo>
                  <a:lnTo>
                    <a:pt x="22476" y="182772"/>
                  </a:lnTo>
                  <a:lnTo>
                    <a:pt x="10079" y="219412"/>
                  </a:lnTo>
                  <a:lnTo>
                    <a:pt x="2542" y="257405"/>
                  </a:lnTo>
                  <a:lnTo>
                    <a:pt x="0" y="296279"/>
                  </a:lnTo>
                  <a:lnTo>
                    <a:pt x="0" y="296634"/>
                  </a:lnTo>
                  <a:lnTo>
                    <a:pt x="2532" y="335145"/>
                  </a:lnTo>
                  <a:lnTo>
                    <a:pt x="10079" y="373179"/>
                  </a:lnTo>
                  <a:lnTo>
                    <a:pt x="22476" y="409779"/>
                  </a:lnTo>
                  <a:lnTo>
                    <a:pt x="39598" y="444589"/>
                  </a:lnTo>
                  <a:lnTo>
                    <a:pt x="61137" y="476871"/>
                  </a:lnTo>
                  <a:lnTo>
                    <a:pt x="86623" y="505976"/>
                  </a:lnTo>
                  <a:lnTo>
                    <a:pt x="115686" y="531570"/>
                  </a:lnTo>
                  <a:lnTo>
                    <a:pt x="147955" y="553314"/>
                  </a:lnTo>
                  <a:lnTo>
                    <a:pt x="182778" y="570437"/>
                  </a:lnTo>
                  <a:lnTo>
                    <a:pt x="219421" y="582834"/>
                  </a:lnTo>
                  <a:lnTo>
                    <a:pt x="257411" y="590371"/>
                  </a:lnTo>
                  <a:lnTo>
                    <a:pt x="296278" y="592913"/>
                  </a:lnTo>
                  <a:lnTo>
                    <a:pt x="296633" y="592913"/>
                  </a:lnTo>
                  <a:lnTo>
                    <a:pt x="334442" y="590371"/>
                  </a:lnTo>
                  <a:lnTo>
                    <a:pt x="335011" y="590371"/>
                  </a:lnTo>
                  <a:lnTo>
                    <a:pt x="373179" y="582651"/>
                  </a:lnTo>
                  <a:lnTo>
                    <a:pt x="409783" y="570131"/>
                  </a:lnTo>
                  <a:lnTo>
                    <a:pt x="444601" y="552959"/>
                  </a:lnTo>
                  <a:lnTo>
                    <a:pt x="476875" y="531420"/>
                  </a:lnTo>
                  <a:lnTo>
                    <a:pt x="505926" y="505976"/>
                  </a:lnTo>
                  <a:lnTo>
                    <a:pt x="531564" y="476871"/>
                  </a:lnTo>
                  <a:lnTo>
                    <a:pt x="553313" y="444589"/>
                  </a:lnTo>
                  <a:lnTo>
                    <a:pt x="570435" y="409779"/>
                  </a:lnTo>
                  <a:lnTo>
                    <a:pt x="582824" y="373179"/>
                  </a:lnTo>
                  <a:lnTo>
                    <a:pt x="590350" y="335295"/>
                  </a:lnTo>
                  <a:lnTo>
                    <a:pt x="592901" y="296634"/>
                  </a:lnTo>
                  <a:lnTo>
                    <a:pt x="592901" y="296279"/>
                  </a:lnTo>
                  <a:lnTo>
                    <a:pt x="590325" y="257766"/>
                  </a:lnTo>
                  <a:lnTo>
                    <a:pt x="582661" y="219772"/>
                  </a:lnTo>
                  <a:lnTo>
                    <a:pt x="570138" y="183129"/>
                  </a:lnTo>
                  <a:lnTo>
                    <a:pt x="552958" y="148311"/>
                  </a:lnTo>
                  <a:lnTo>
                    <a:pt x="531419" y="116037"/>
                  </a:lnTo>
                  <a:lnTo>
                    <a:pt x="505933" y="86934"/>
                  </a:lnTo>
                  <a:lnTo>
                    <a:pt x="476869" y="61338"/>
                  </a:lnTo>
                  <a:lnTo>
                    <a:pt x="444601" y="39586"/>
                  </a:lnTo>
                  <a:lnTo>
                    <a:pt x="409778" y="22469"/>
                  </a:lnTo>
                  <a:lnTo>
                    <a:pt x="373135" y="10072"/>
                  </a:lnTo>
                  <a:lnTo>
                    <a:pt x="335145" y="2532"/>
                  </a:lnTo>
                  <a:lnTo>
                    <a:pt x="296456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object 8"/>
            <p:cNvSpPr/>
            <p:nvPr/>
          </p:nvSpPr>
          <p:spPr>
            <a:xfrm>
              <a:off x="691920" y="2378880"/>
              <a:ext cx="592560" cy="59256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592560"/>
                <a:gd name="textAreaBottom" fmla="*/ 592920 h 592560"/>
              </a:gdLst>
              <a:ahLst/>
              <a:cxnLst/>
              <a:rect l="textAreaLeft" t="textAreaTop" r="textAreaRight" b="textAreaBottom"/>
              <a:pathLst>
                <a:path w="593090" h="593089">
                  <a:moveTo>
                    <a:pt x="0" y="296290"/>
                  </a:moveTo>
                  <a:lnTo>
                    <a:pt x="2542" y="257417"/>
                  </a:lnTo>
                  <a:lnTo>
                    <a:pt x="10079" y="219424"/>
                  </a:lnTo>
                  <a:lnTo>
                    <a:pt x="22476" y="182783"/>
                  </a:lnTo>
                  <a:lnTo>
                    <a:pt x="39598" y="147967"/>
                  </a:lnTo>
                  <a:lnTo>
                    <a:pt x="61342" y="115692"/>
                  </a:lnTo>
                  <a:lnTo>
                    <a:pt x="86936" y="86625"/>
                  </a:lnTo>
                  <a:lnTo>
                    <a:pt x="116042" y="61137"/>
                  </a:lnTo>
                  <a:lnTo>
                    <a:pt x="148323" y="39598"/>
                  </a:lnTo>
                  <a:lnTo>
                    <a:pt x="183139" y="22481"/>
                  </a:lnTo>
                  <a:lnTo>
                    <a:pt x="219778" y="10083"/>
                  </a:lnTo>
                  <a:lnTo>
                    <a:pt x="257767" y="2543"/>
                  </a:lnTo>
                  <a:lnTo>
                    <a:pt x="296633" y="0"/>
                  </a:lnTo>
                  <a:lnTo>
                    <a:pt x="296278" y="0"/>
                  </a:lnTo>
                  <a:lnTo>
                    <a:pt x="335145" y="2543"/>
                  </a:lnTo>
                  <a:lnTo>
                    <a:pt x="373135" y="10083"/>
                  </a:lnTo>
                  <a:lnTo>
                    <a:pt x="409778" y="22481"/>
                  </a:lnTo>
                  <a:lnTo>
                    <a:pt x="444601" y="39598"/>
                  </a:lnTo>
                  <a:lnTo>
                    <a:pt x="476869" y="61349"/>
                  </a:lnTo>
                  <a:lnTo>
                    <a:pt x="505933" y="86945"/>
                  </a:lnTo>
                  <a:lnTo>
                    <a:pt x="531419" y="116049"/>
                  </a:lnTo>
                  <a:lnTo>
                    <a:pt x="552958" y="148323"/>
                  </a:lnTo>
                  <a:lnTo>
                    <a:pt x="570138" y="183141"/>
                  </a:lnTo>
                  <a:lnTo>
                    <a:pt x="582661" y="219784"/>
                  </a:lnTo>
                  <a:lnTo>
                    <a:pt x="590325" y="257778"/>
                  </a:lnTo>
                  <a:lnTo>
                    <a:pt x="592924" y="296646"/>
                  </a:lnTo>
                  <a:lnTo>
                    <a:pt x="592924" y="296290"/>
                  </a:lnTo>
                  <a:lnTo>
                    <a:pt x="590380" y="335157"/>
                  </a:lnTo>
                  <a:lnTo>
                    <a:pt x="582839" y="373146"/>
                  </a:lnTo>
                  <a:lnTo>
                    <a:pt x="570438" y="409785"/>
                  </a:lnTo>
                  <a:lnTo>
                    <a:pt x="553313" y="444601"/>
                  </a:lnTo>
                  <a:lnTo>
                    <a:pt x="531569" y="476877"/>
                  </a:lnTo>
                  <a:lnTo>
                    <a:pt x="505977" y="505944"/>
                  </a:lnTo>
                  <a:lnTo>
                    <a:pt x="476875" y="531432"/>
                  </a:lnTo>
                  <a:lnTo>
                    <a:pt x="444601" y="552970"/>
                  </a:lnTo>
                  <a:lnTo>
                    <a:pt x="409783" y="570143"/>
                  </a:lnTo>
                  <a:lnTo>
                    <a:pt x="373179" y="582663"/>
                  </a:lnTo>
                  <a:lnTo>
                    <a:pt x="335295" y="590325"/>
                  </a:lnTo>
                  <a:lnTo>
                    <a:pt x="296633" y="592924"/>
                  </a:lnTo>
                  <a:lnTo>
                    <a:pt x="296278" y="592924"/>
                  </a:lnTo>
                  <a:lnTo>
                    <a:pt x="257411" y="590382"/>
                  </a:lnTo>
                  <a:lnTo>
                    <a:pt x="219421" y="582845"/>
                  </a:lnTo>
                  <a:lnTo>
                    <a:pt x="182778" y="570448"/>
                  </a:lnTo>
                  <a:lnTo>
                    <a:pt x="147955" y="553326"/>
                  </a:lnTo>
                  <a:lnTo>
                    <a:pt x="115686" y="531582"/>
                  </a:lnTo>
                  <a:lnTo>
                    <a:pt x="86623" y="505988"/>
                  </a:lnTo>
                  <a:lnTo>
                    <a:pt x="61137" y="476882"/>
                  </a:lnTo>
                  <a:lnTo>
                    <a:pt x="39598" y="444601"/>
                  </a:lnTo>
                  <a:lnTo>
                    <a:pt x="22476" y="409791"/>
                  </a:lnTo>
                  <a:lnTo>
                    <a:pt x="10079" y="373191"/>
                  </a:lnTo>
                  <a:lnTo>
                    <a:pt x="2542" y="335307"/>
                  </a:lnTo>
                  <a:lnTo>
                    <a:pt x="0" y="296646"/>
                  </a:lnTo>
                  <a:lnTo>
                    <a:pt x="0" y="296290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" name="object 9"/>
          <p:cNvSpPr/>
          <p:nvPr/>
        </p:nvSpPr>
        <p:spPr>
          <a:xfrm>
            <a:off x="1469880" y="2412360"/>
            <a:ext cx="562464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90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Frameworks</a:t>
            </a:r>
            <a:r>
              <a:rPr b="0" lang="en-US" sz="19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90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Modernes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56"/>
              </a:spcBef>
            </a:pPr>
            <a:r>
              <a:rPr b="0" lang="en-US" sz="155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React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une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meilleure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gestion</a:t>
            </a:r>
            <a:r>
              <a:rPr b="0" lang="en-US" sz="15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l'état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modularité.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0" name="object 10"/>
          <p:cNvGrpSpPr/>
          <p:nvPr/>
        </p:nvGrpSpPr>
        <p:grpSpPr>
          <a:xfrm>
            <a:off x="988560" y="3762720"/>
            <a:ext cx="592560" cy="1019160"/>
            <a:chOff x="988560" y="3762720"/>
            <a:chExt cx="592560" cy="1019160"/>
          </a:xfrm>
        </p:grpSpPr>
        <p:sp>
          <p:nvSpPr>
            <p:cNvPr id="141" name="object 11"/>
            <p:cNvSpPr/>
            <p:nvPr/>
          </p:nvSpPr>
          <p:spPr>
            <a:xfrm>
              <a:off x="1185840" y="3891960"/>
              <a:ext cx="197640" cy="88992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889920"/>
                <a:gd name="textAreaBottom" fmla="*/ 890280 h 889920"/>
              </a:gdLst>
              <a:ahLst/>
              <a:cxnLst/>
              <a:rect l="textAreaLeft" t="textAreaTop" r="textAreaRight" b="textAreaBottom"/>
              <a:pathLst>
                <a:path w="198119" h="890270">
                  <a:moveTo>
                    <a:pt x="83527" y="0"/>
                  </a:moveTo>
                  <a:lnTo>
                    <a:pt x="41757" y="11150"/>
                  </a:lnTo>
                  <a:lnTo>
                    <a:pt x="11518" y="41757"/>
                  </a:lnTo>
                  <a:lnTo>
                    <a:pt x="368" y="83159"/>
                  </a:lnTo>
                  <a:lnTo>
                    <a:pt x="0" y="806754"/>
                  </a:lnTo>
                  <a:lnTo>
                    <a:pt x="717" y="817527"/>
                  </a:lnTo>
                  <a:lnTo>
                    <a:pt x="17209" y="857539"/>
                  </a:lnTo>
                  <a:lnTo>
                    <a:pt x="51521" y="883533"/>
                  </a:lnTo>
                  <a:lnTo>
                    <a:pt x="83159" y="889914"/>
                  </a:lnTo>
                  <a:lnTo>
                    <a:pt x="114846" y="889914"/>
                  </a:lnTo>
                  <a:lnTo>
                    <a:pt x="156603" y="878751"/>
                  </a:lnTo>
                  <a:lnTo>
                    <a:pt x="186842" y="848156"/>
                  </a:lnTo>
                  <a:lnTo>
                    <a:pt x="197232" y="817733"/>
                  </a:lnTo>
                  <a:lnTo>
                    <a:pt x="197274" y="817527"/>
                  </a:lnTo>
                  <a:lnTo>
                    <a:pt x="198005" y="806754"/>
                  </a:lnTo>
                  <a:lnTo>
                    <a:pt x="197982" y="83159"/>
                  </a:lnTo>
                  <a:lnTo>
                    <a:pt x="197274" y="72536"/>
                  </a:lnTo>
                  <a:lnTo>
                    <a:pt x="180795" y="32730"/>
                  </a:lnTo>
                  <a:lnTo>
                    <a:pt x="146483" y="6736"/>
                  </a:lnTo>
                  <a:lnTo>
                    <a:pt x="114846" y="355"/>
                  </a:lnTo>
                  <a:lnTo>
                    <a:pt x="83527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object 12"/>
            <p:cNvSpPr/>
            <p:nvPr/>
          </p:nvSpPr>
          <p:spPr>
            <a:xfrm>
              <a:off x="1185840" y="3891960"/>
              <a:ext cx="197640" cy="88992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889920"/>
                <a:gd name="textAreaBottom" fmla="*/ 890280 h 889920"/>
              </a:gdLst>
              <a:ahLst/>
              <a:cxnLst/>
              <a:rect l="textAreaLeft" t="textAreaTop" r="textAreaRight" b="textAreaBottom"/>
              <a:pathLst>
                <a:path w="198119" h="890270">
                  <a:moveTo>
                    <a:pt x="368" y="83159"/>
                  </a:moveTo>
                  <a:lnTo>
                    <a:pt x="1097" y="72386"/>
                  </a:lnTo>
                  <a:lnTo>
                    <a:pt x="3243" y="61782"/>
                  </a:lnTo>
                  <a:lnTo>
                    <a:pt x="24614" y="24430"/>
                  </a:lnTo>
                  <a:lnTo>
                    <a:pt x="61833" y="2874"/>
                  </a:lnTo>
                  <a:lnTo>
                    <a:pt x="83527" y="0"/>
                  </a:lnTo>
                  <a:lnTo>
                    <a:pt x="114846" y="355"/>
                  </a:lnTo>
                  <a:lnTo>
                    <a:pt x="156248" y="11518"/>
                  </a:lnTo>
                  <a:lnTo>
                    <a:pt x="186842" y="41757"/>
                  </a:lnTo>
                  <a:lnTo>
                    <a:pt x="198005" y="83515"/>
                  </a:lnTo>
                  <a:lnTo>
                    <a:pt x="198005" y="806754"/>
                  </a:lnTo>
                  <a:lnTo>
                    <a:pt x="197274" y="817527"/>
                  </a:lnTo>
                  <a:lnTo>
                    <a:pt x="195124" y="828132"/>
                  </a:lnTo>
                  <a:lnTo>
                    <a:pt x="173747" y="865478"/>
                  </a:lnTo>
                  <a:lnTo>
                    <a:pt x="136534" y="887033"/>
                  </a:lnTo>
                  <a:lnTo>
                    <a:pt x="114846" y="889914"/>
                  </a:lnTo>
                  <a:lnTo>
                    <a:pt x="83159" y="889914"/>
                  </a:lnTo>
                  <a:lnTo>
                    <a:pt x="41757" y="878751"/>
                  </a:lnTo>
                  <a:lnTo>
                    <a:pt x="11163" y="848512"/>
                  </a:lnTo>
                  <a:lnTo>
                    <a:pt x="0" y="806754"/>
                  </a:lnTo>
                  <a:lnTo>
                    <a:pt x="368" y="83159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object 13"/>
            <p:cNvSpPr/>
            <p:nvPr/>
          </p:nvSpPr>
          <p:spPr>
            <a:xfrm>
              <a:off x="988560" y="3762720"/>
              <a:ext cx="592560" cy="59256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592560"/>
                <a:gd name="textAreaBottom" fmla="*/ 592920 h 592560"/>
              </a:gdLst>
              <a:ahLst/>
              <a:cxnLst/>
              <a:rect l="textAreaLeft" t="textAreaTop" r="textAreaRight" b="textAreaBottom"/>
              <a:pathLst>
                <a:path w="593090" h="593089">
                  <a:moveTo>
                    <a:pt x="296468" y="0"/>
                  </a:moveTo>
                  <a:lnTo>
                    <a:pt x="257778" y="2530"/>
                  </a:lnTo>
                  <a:lnTo>
                    <a:pt x="219784" y="10067"/>
                  </a:lnTo>
                  <a:lnTo>
                    <a:pt x="183141" y="22464"/>
                  </a:lnTo>
                  <a:lnTo>
                    <a:pt x="148323" y="39586"/>
                  </a:lnTo>
                  <a:lnTo>
                    <a:pt x="116049" y="61125"/>
                  </a:lnTo>
                  <a:lnTo>
                    <a:pt x="86945" y="86613"/>
                  </a:lnTo>
                  <a:lnTo>
                    <a:pt x="61349" y="115680"/>
                  </a:lnTo>
                  <a:lnTo>
                    <a:pt x="39598" y="147956"/>
                  </a:lnTo>
                  <a:lnTo>
                    <a:pt x="22481" y="182772"/>
                  </a:lnTo>
                  <a:lnTo>
                    <a:pt x="10083" y="219411"/>
                  </a:lnTo>
                  <a:lnTo>
                    <a:pt x="2543" y="257400"/>
                  </a:lnTo>
                  <a:lnTo>
                    <a:pt x="0" y="296266"/>
                  </a:lnTo>
                  <a:lnTo>
                    <a:pt x="0" y="296634"/>
                  </a:lnTo>
                  <a:lnTo>
                    <a:pt x="2533" y="335140"/>
                  </a:lnTo>
                  <a:lnTo>
                    <a:pt x="10083" y="373179"/>
                  </a:lnTo>
                  <a:lnTo>
                    <a:pt x="22481" y="409779"/>
                  </a:lnTo>
                  <a:lnTo>
                    <a:pt x="39598" y="444589"/>
                  </a:lnTo>
                  <a:lnTo>
                    <a:pt x="61137" y="476864"/>
                  </a:lnTo>
                  <a:lnTo>
                    <a:pt x="86625" y="505967"/>
                  </a:lnTo>
                  <a:lnTo>
                    <a:pt x="115692" y="531563"/>
                  </a:lnTo>
                  <a:lnTo>
                    <a:pt x="147967" y="553314"/>
                  </a:lnTo>
                  <a:lnTo>
                    <a:pt x="182783" y="570437"/>
                  </a:lnTo>
                  <a:lnTo>
                    <a:pt x="219424" y="582834"/>
                  </a:lnTo>
                  <a:lnTo>
                    <a:pt x="257417" y="590371"/>
                  </a:lnTo>
                  <a:lnTo>
                    <a:pt x="296291" y="592913"/>
                  </a:lnTo>
                  <a:lnTo>
                    <a:pt x="296646" y="592913"/>
                  </a:lnTo>
                  <a:lnTo>
                    <a:pt x="334451" y="590371"/>
                  </a:lnTo>
                  <a:lnTo>
                    <a:pt x="335023" y="590371"/>
                  </a:lnTo>
                  <a:lnTo>
                    <a:pt x="373191" y="582650"/>
                  </a:lnTo>
                  <a:lnTo>
                    <a:pt x="409791" y="570126"/>
                  </a:lnTo>
                  <a:lnTo>
                    <a:pt x="444601" y="552946"/>
                  </a:lnTo>
                  <a:lnTo>
                    <a:pt x="476882" y="531407"/>
                  </a:lnTo>
                  <a:lnTo>
                    <a:pt x="505936" y="505967"/>
                  </a:lnTo>
                  <a:lnTo>
                    <a:pt x="531577" y="476864"/>
                  </a:lnTo>
                  <a:lnTo>
                    <a:pt x="553326" y="444589"/>
                  </a:lnTo>
                  <a:lnTo>
                    <a:pt x="570446" y="409779"/>
                  </a:lnTo>
                  <a:lnTo>
                    <a:pt x="582830" y="373179"/>
                  </a:lnTo>
                  <a:lnTo>
                    <a:pt x="590351" y="335295"/>
                  </a:lnTo>
                  <a:lnTo>
                    <a:pt x="592900" y="296634"/>
                  </a:lnTo>
                  <a:lnTo>
                    <a:pt x="592900" y="296266"/>
                  </a:lnTo>
                  <a:lnTo>
                    <a:pt x="590325" y="257761"/>
                  </a:lnTo>
                  <a:lnTo>
                    <a:pt x="582663" y="219768"/>
                  </a:lnTo>
                  <a:lnTo>
                    <a:pt x="570143" y="183127"/>
                  </a:lnTo>
                  <a:lnTo>
                    <a:pt x="552970" y="148311"/>
                  </a:lnTo>
                  <a:lnTo>
                    <a:pt x="531432" y="116037"/>
                  </a:lnTo>
                  <a:lnTo>
                    <a:pt x="505944" y="86934"/>
                  </a:lnTo>
                  <a:lnTo>
                    <a:pt x="476877" y="61338"/>
                  </a:lnTo>
                  <a:lnTo>
                    <a:pt x="444601" y="39586"/>
                  </a:lnTo>
                  <a:lnTo>
                    <a:pt x="409785" y="22464"/>
                  </a:lnTo>
                  <a:lnTo>
                    <a:pt x="373146" y="10067"/>
                  </a:lnTo>
                  <a:lnTo>
                    <a:pt x="335157" y="2530"/>
                  </a:lnTo>
                  <a:lnTo>
                    <a:pt x="296468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object 14"/>
            <p:cNvSpPr/>
            <p:nvPr/>
          </p:nvSpPr>
          <p:spPr>
            <a:xfrm>
              <a:off x="988560" y="3762720"/>
              <a:ext cx="592560" cy="59256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592560"/>
                <a:gd name="textAreaBottom" fmla="*/ 592920 h 592560"/>
              </a:gdLst>
              <a:ahLst/>
              <a:cxnLst/>
              <a:rect l="textAreaLeft" t="textAreaTop" r="textAreaRight" b="textAreaBottom"/>
              <a:pathLst>
                <a:path w="593090" h="593089">
                  <a:moveTo>
                    <a:pt x="0" y="296278"/>
                  </a:moveTo>
                  <a:lnTo>
                    <a:pt x="2543" y="257411"/>
                  </a:lnTo>
                  <a:lnTo>
                    <a:pt x="10083" y="219422"/>
                  </a:lnTo>
                  <a:lnTo>
                    <a:pt x="22481" y="182783"/>
                  </a:lnTo>
                  <a:lnTo>
                    <a:pt x="39598" y="147967"/>
                  </a:lnTo>
                  <a:lnTo>
                    <a:pt x="61349" y="115692"/>
                  </a:lnTo>
                  <a:lnTo>
                    <a:pt x="86945" y="86625"/>
                  </a:lnTo>
                  <a:lnTo>
                    <a:pt x="116049" y="61137"/>
                  </a:lnTo>
                  <a:lnTo>
                    <a:pt x="148323" y="39598"/>
                  </a:lnTo>
                  <a:lnTo>
                    <a:pt x="183141" y="22476"/>
                  </a:lnTo>
                  <a:lnTo>
                    <a:pt x="219784" y="10079"/>
                  </a:lnTo>
                  <a:lnTo>
                    <a:pt x="257778" y="2542"/>
                  </a:lnTo>
                  <a:lnTo>
                    <a:pt x="296646" y="0"/>
                  </a:lnTo>
                  <a:lnTo>
                    <a:pt x="296291" y="0"/>
                  </a:lnTo>
                  <a:lnTo>
                    <a:pt x="335157" y="2542"/>
                  </a:lnTo>
                  <a:lnTo>
                    <a:pt x="373146" y="10079"/>
                  </a:lnTo>
                  <a:lnTo>
                    <a:pt x="409785" y="22476"/>
                  </a:lnTo>
                  <a:lnTo>
                    <a:pt x="444601" y="39598"/>
                  </a:lnTo>
                  <a:lnTo>
                    <a:pt x="476877" y="61349"/>
                  </a:lnTo>
                  <a:lnTo>
                    <a:pt x="505944" y="86945"/>
                  </a:lnTo>
                  <a:lnTo>
                    <a:pt x="531432" y="116049"/>
                  </a:lnTo>
                  <a:lnTo>
                    <a:pt x="552970" y="148323"/>
                  </a:lnTo>
                  <a:lnTo>
                    <a:pt x="570143" y="183139"/>
                  </a:lnTo>
                  <a:lnTo>
                    <a:pt x="582663" y="219779"/>
                  </a:lnTo>
                  <a:lnTo>
                    <a:pt x="590325" y="257772"/>
                  </a:lnTo>
                  <a:lnTo>
                    <a:pt x="592924" y="296646"/>
                  </a:lnTo>
                  <a:lnTo>
                    <a:pt x="592924" y="296278"/>
                  </a:lnTo>
                  <a:lnTo>
                    <a:pt x="590382" y="335152"/>
                  </a:lnTo>
                  <a:lnTo>
                    <a:pt x="582845" y="373145"/>
                  </a:lnTo>
                  <a:lnTo>
                    <a:pt x="570448" y="409785"/>
                  </a:lnTo>
                  <a:lnTo>
                    <a:pt x="553326" y="444601"/>
                  </a:lnTo>
                  <a:lnTo>
                    <a:pt x="531582" y="476869"/>
                  </a:lnTo>
                  <a:lnTo>
                    <a:pt x="505988" y="505933"/>
                  </a:lnTo>
                  <a:lnTo>
                    <a:pt x="476882" y="531419"/>
                  </a:lnTo>
                  <a:lnTo>
                    <a:pt x="444601" y="552958"/>
                  </a:lnTo>
                  <a:lnTo>
                    <a:pt x="409791" y="570138"/>
                  </a:lnTo>
                  <a:lnTo>
                    <a:pt x="373191" y="582661"/>
                  </a:lnTo>
                  <a:lnTo>
                    <a:pt x="335307" y="590325"/>
                  </a:lnTo>
                  <a:lnTo>
                    <a:pt x="296646" y="592924"/>
                  </a:lnTo>
                  <a:lnTo>
                    <a:pt x="296291" y="592924"/>
                  </a:lnTo>
                  <a:lnTo>
                    <a:pt x="257417" y="590382"/>
                  </a:lnTo>
                  <a:lnTo>
                    <a:pt x="219424" y="582845"/>
                  </a:lnTo>
                  <a:lnTo>
                    <a:pt x="182783" y="570448"/>
                  </a:lnTo>
                  <a:lnTo>
                    <a:pt x="147967" y="553326"/>
                  </a:lnTo>
                  <a:lnTo>
                    <a:pt x="115692" y="531574"/>
                  </a:lnTo>
                  <a:lnTo>
                    <a:pt x="86625" y="505979"/>
                  </a:lnTo>
                  <a:lnTo>
                    <a:pt x="61137" y="476875"/>
                  </a:lnTo>
                  <a:lnTo>
                    <a:pt x="39598" y="444601"/>
                  </a:lnTo>
                  <a:lnTo>
                    <a:pt x="22481" y="409791"/>
                  </a:lnTo>
                  <a:lnTo>
                    <a:pt x="10083" y="373191"/>
                  </a:lnTo>
                  <a:lnTo>
                    <a:pt x="2543" y="335307"/>
                  </a:lnTo>
                  <a:lnTo>
                    <a:pt x="0" y="296646"/>
                  </a:lnTo>
                  <a:lnTo>
                    <a:pt x="0" y="296278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5" name="object 15" descr=""/>
            <p:cNvPicPr/>
            <p:nvPr/>
          </p:nvPicPr>
          <p:blipFill>
            <a:blip r:embed="rId2"/>
            <a:stretch/>
          </p:blipFill>
          <p:spPr>
            <a:xfrm>
              <a:off x="1162080" y="3917160"/>
              <a:ext cx="244440" cy="283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6" name="object 16"/>
          <p:cNvSpPr/>
          <p:nvPr/>
        </p:nvSpPr>
        <p:spPr>
          <a:xfrm>
            <a:off x="1766160" y="3796200"/>
            <a:ext cx="519768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900" spc="17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Base</a:t>
            </a:r>
            <a:r>
              <a:rPr b="0" lang="en-US" sz="19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900" spc="12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900" spc="3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900" spc="15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Données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56"/>
              </a:spcBef>
            </a:pPr>
            <a:r>
              <a:rPr b="0" lang="en-US" sz="155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PostgreSQL</a:t>
            </a:r>
            <a:r>
              <a:rPr b="0" lang="en-US" sz="15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5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une</a:t>
            </a:r>
            <a:r>
              <a:rPr b="0" lang="en-US" sz="15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intégrité </a:t>
            </a:r>
            <a:r>
              <a:rPr b="0" lang="en-US" sz="15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55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scalabilité </a:t>
            </a:r>
            <a:r>
              <a:rPr b="0" lang="en-US" sz="15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accrues.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object 17"/>
          <p:cNvSpPr/>
          <p:nvPr/>
        </p:nvSpPr>
        <p:spPr>
          <a:xfrm>
            <a:off x="1499400" y="5422680"/>
            <a:ext cx="185040" cy="15480"/>
          </a:xfrm>
          <a:custGeom>
            <a:avLst/>
            <a:gdLst>
              <a:gd name="textAreaLeft" fmla="*/ 0 w 185040"/>
              <a:gd name="textAreaRight" fmla="*/ 185400 w 18504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85419" h="15875">
                <a:moveTo>
                  <a:pt x="185394" y="15648"/>
                </a:moveTo>
                <a:lnTo>
                  <a:pt x="184315" y="8314"/>
                </a:lnTo>
                <a:lnTo>
                  <a:pt x="179187" y="2907"/>
                </a:lnTo>
                <a:lnTo>
                  <a:pt x="172035" y="0"/>
                </a:lnTo>
                <a:lnTo>
                  <a:pt x="164884" y="167"/>
                </a:lnTo>
              </a:path>
              <a:path w="185419" h="15875">
                <a:moveTo>
                  <a:pt x="164884" y="167"/>
                </a:moveTo>
                <a:lnTo>
                  <a:pt x="0" y="167"/>
                </a:lnTo>
              </a:path>
            </a:pathLst>
          </a:custGeom>
          <a:noFill/>
          <a:ln w="12034">
            <a:solidFill>
              <a:srgbClr val="4441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" name="object 18"/>
          <p:cNvGrpSpPr/>
          <p:nvPr/>
        </p:nvGrpSpPr>
        <p:grpSpPr>
          <a:xfrm>
            <a:off x="1285200" y="5146560"/>
            <a:ext cx="592560" cy="1019160"/>
            <a:chOff x="1285200" y="5146560"/>
            <a:chExt cx="592560" cy="1019160"/>
          </a:xfrm>
        </p:grpSpPr>
        <p:sp>
          <p:nvSpPr>
            <p:cNvPr id="149" name="object 19"/>
            <p:cNvSpPr/>
            <p:nvPr/>
          </p:nvSpPr>
          <p:spPr>
            <a:xfrm>
              <a:off x="1482480" y="5275800"/>
              <a:ext cx="197640" cy="88992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889920"/>
                <a:gd name="textAreaBottom" fmla="*/ 890280 h 889920"/>
              </a:gdLst>
              <a:ahLst/>
              <a:cxnLst/>
              <a:rect l="textAreaLeft" t="textAreaTop" r="textAreaRight" b="textAreaBottom"/>
              <a:pathLst>
                <a:path w="198119" h="890270">
                  <a:moveTo>
                    <a:pt x="83515" y="0"/>
                  </a:moveTo>
                  <a:lnTo>
                    <a:pt x="41757" y="11163"/>
                  </a:lnTo>
                  <a:lnTo>
                    <a:pt x="11518" y="41770"/>
                  </a:lnTo>
                  <a:lnTo>
                    <a:pt x="355" y="83159"/>
                  </a:lnTo>
                  <a:lnTo>
                    <a:pt x="0" y="806767"/>
                  </a:lnTo>
                  <a:lnTo>
                    <a:pt x="717" y="817538"/>
                  </a:lnTo>
                  <a:lnTo>
                    <a:pt x="731" y="817746"/>
                  </a:lnTo>
                  <a:lnTo>
                    <a:pt x="2816" y="828140"/>
                  </a:lnTo>
                  <a:lnTo>
                    <a:pt x="2879" y="828455"/>
                  </a:lnTo>
                  <a:lnTo>
                    <a:pt x="6255" y="838405"/>
                  </a:lnTo>
                  <a:lnTo>
                    <a:pt x="6375" y="838760"/>
                  </a:lnTo>
                  <a:lnTo>
                    <a:pt x="32672" y="872772"/>
                  </a:lnTo>
                  <a:lnTo>
                    <a:pt x="72386" y="889195"/>
                  </a:lnTo>
                  <a:lnTo>
                    <a:pt x="83159" y="889927"/>
                  </a:lnTo>
                  <a:lnTo>
                    <a:pt x="114833" y="889927"/>
                  </a:lnTo>
                  <a:lnTo>
                    <a:pt x="156591" y="878763"/>
                  </a:lnTo>
                  <a:lnTo>
                    <a:pt x="186842" y="848169"/>
                  </a:lnTo>
                  <a:lnTo>
                    <a:pt x="197993" y="806767"/>
                  </a:lnTo>
                  <a:lnTo>
                    <a:pt x="197968" y="83159"/>
                  </a:lnTo>
                  <a:lnTo>
                    <a:pt x="186842" y="41770"/>
                  </a:lnTo>
                  <a:lnTo>
                    <a:pt x="156235" y="11518"/>
                  </a:lnTo>
                  <a:lnTo>
                    <a:pt x="114833" y="368"/>
                  </a:lnTo>
                  <a:lnTo>
                    <a:pt x="83515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object 20"/>
            <p:cNvSpPr/>
            <p:nvPr/>
          </p:nvSpPr>
          <p:spPr>
            <a:xfrm>
              <a:off x="1482480" y="5275800"/>
              <a:ext cx="197640" cy="88992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889920"/>
                <a:gd name="textAreaBottom" fmla="*/ 890280 h 889920"/>
              </a:gdLst>
              <a:ahLst/>
              <a:cxnLst/>
              <a:rect l="textAreaLeft" t="textAreaTop" r="textAreaRight" b="textAreaBottom"/>
              <a:pathLst>
                <a:path w="198119" h="890270">
                  <a:moveTo>
                    <a:pt x="355" y="83159"/>
                  </a:moveTo>
                  <a:lnTo>
                    <a:pt x="1087" y="72388"/>
                  </a:lnTo>
                  <a:lnTo>
                    <a:pt x="3236" y="61788"/>
                  </a:lnTo>
                  <a:lnTo>
                    <a:pt x="24614" y="24437"/>
                  </a:lnTo>
                  <a:lnTo>
                    <a:pt x="61826" y="2881"/>
                  </a:lnTo>
                  <a:lnTo>
                    <a:pt x="83515" y="0"/>
                  </a:lnTo>
                  <a:lnTo>
                    <a:pt x="114833" y="368"/>
                  </a:lnTo>
                  <a:lnTo>
                    <a:pt x="156235" y="11518"/>
                  </a:lnTo>
                  <a:lnTo>
                    <a:pt x="186842" y="41770"/>
                  </a:lnTo>
                  <a:lnTo>
                    <a:pt x="197993" y="83527"/>
                  </a:lnTo>
                  <a:lnTo>
                    <a:pt x="197993" y="806767"/>
                  </a:lnTo>
                  <a:lnTo>
                    <a:pt x="197261" y="817538"/>
                  </a:lnTo>
                  <a:lnTo>
                    <a:pt x="195113" y="828140"/>
                  </a:lnTo>
                  <a:lnTo>
                    <a:pt x="173745" y="865490"/>
                  </a:lnTo>
                  <a:lnTo>
                    <a:pt x="136521" y="887045"/>
                  </a:lnTo>
                  <a:lnTo>
                    <a:pt x="114833" y="889927"/>
                  </a:lnTo>
                  <a:lnTo>
                    <a:pt x="83159" y="889927"/>
                  </a:lnTo>
                  <a:lnTo>
                    <a:pt x="41757" y="878763"/>
                  </a:lnTo>
                  <a:lnTo>
                    <a:pt x="11150" y="848525"/>
                  </a:lnTo>
                  <a:lnTo>
                    <a:pt x="0" y="806767"/>
                  </a:lnTo>
                  <a:lnTo>
                    <a:pt x="355" y="83159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object 21"/>
            <p:cNvSpPr/>
            <p:nvPr/>
          </p:nvSpPr>
          <p:spPr>
            <a:xfrm>
              <a:off x="1285200" y="5146560"/>
              <a:ext cx="592560" cy="59256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592560"/>
                <a:gd name="textAreaBottom" fmla="*/ 592920 h 592560"/>
              </a:gdLst>
              <a:ahLst/>
              <a:cxnLst/>
              <a:rect l="textAreaLeft" t="textAreaTop" r="textAreaRight" b="textAreaBottom"/>
              <a:pathLst>
                <a:path w="593089" h="593089">
                  <a:moveTo>
                    <a:pt x="296456" y="0"/>
                  </a:moveTo>
                  <a:lnTo>
                    <a:pt x="257767" y="2530"/>
                  </a:lnTo>
                  <a:lnTo>
                    <a:pt x="219778" y="10067"/>
                  </a:lnTo>
                  <a:lnTo>
                    <a:pt x="183139" y="22464"/>
                  </a:lnTo>
                  <a:lnTo>
                    <a:pt x="148323" y="39586"/>
                  </a:lnTo>
                  <a:lnTo>
                    <a:pt x="116042" y="61125"/>
                  </a:lnTo>
                  <a:lnTo>
                    <a:pt x="86936" y="86611"/>
                  </a:lnTo>
                  <a:lnTo>
                    <a:pt x="61342" y="115675"/>
                  </a:lnTo>
                  <a:lnTo>
                    <a:pt x="39598" y="147943"/>
                  </a:lnTo>
                  <a:lnTo>
                    <a:pt x="22476" y="182766"/>
                  </a:lnTo>
                  <a:lnTo>
                    <a:pt x="10079" y="219409"/>
                  </a:lnTo>
                  <a:lnTo>
                    <a:pt x="2542" y="257399"/>
                  </a:lnTo>
                  <a:lnTo>
                    <a:pt x="0" y="296266"/>
                  </a:lnTo>
                  <a:lnTo>
                    <a:pt x="0" y="296622"/>
                  </a:lnTo>
                  <a:lnTo>
                    <a:pt x="2532" y="335135"/>
                  </a:lnTo>
                  <a:lnTo>
                    <a:pt x="2542" y="335285"/>
                  </a:lnTo>
                  <a:lnTo>
                    <a:pt x="10079" y="373173"/>
                  </a:lnTo>
                  <a:lnTo>
                    <a:pt x="22476" y="409777"/>
                  </a:lnTo>
                  <a:lnTo>
                    <a:pt x="39598" y="444589"/>
                  </a:lnTo>
                  <a:lnTo>
                    <a:pt x="61137" y="476863"/>
                  </a:lnTo>
                  <a:lnTo>
                    <a:pt x="86623" y="505965"/>
                  </a:lnTo>
                  <a:lnTo>
                    <a:pt x="115686" y="531557"/>
                  </a:lnTo>
                  <a:lnTo>
                    <a:pt x="147954" y="553301"/>
                  </a:lnTo>
                  <a:lnTo>
                    <a:pt x="182778" y="570426"/>
                  </a:lnTo>
                  <a:lnTo>
                    <a:pt x="219421" y="582827"/>
                  </a:lnTo>
                  <a:lnTo>
                    <a:pt x="257411" y="590369"/>
                  </a:lnTo>
                  <a:lnTo>
                    <a:pt x="296278" y="592913"/>
                  </a:lnTo>
                  <a:lnTo>
                    <a:pt x="296633" y="592913"/>
                  </a:lnTo>
                  <a:lnTo>
                    <a:pt x="334468" y="590369"/>
                  </a:lnTo>
                  <a:lnTo>
                    <a:pt x="335020" y="590369"/>
                  </a:lnTo>
                  <a:lnTo>
                    <a:pt x="373179" y="582650"/>
                  </a:lnTo>
                  <a:lnTo>
                    <a:pt x="409783" y="570126"/>
                  </a:lnTo>
                  <a:lnTo>
                    <a:pt x="444601" y="552946"/>
                  </a:lnTo>
                  <a:lnTo>
                    <a:pt x="476875" y="531407"/>
                  </a:lnTo>
                  <a:lnTo>
                    <a:pt x="505926" y="505965"/>
                  </a:lnTo>
                  <a:lnTo>
                    <a:pt x="531564" y="476863"/>
                  </a:lnTo>
                  <a:lnTo>
                    <a:pt x="553313" y="444589"/>
                  </a:lnTo>
                  <a:lnTo>
                    <a:pt x="570433" y="409777"/>
                  </a:lnTo>
                  <a:lnTo>
                    <a:pt x="582818" y="373173"/>
                  </a:lnTo>
                  <a:lnTo>
                    <a:pt x="590340" y="335285"/>
                  </a:lnTo>
                  <a:lnTo>
                    <a:pt x="592888" y="296622"/>
                  </a:lnTo>
                  <a:lnTo>
                    <a:pt x="592888" y="296266"/>
                  </a:lnTo>
                  <a:lnTo>
                    <a:pt x="590314" y="257755"/>
                  </a:lnTo>
                  <a:lnTo>
                    <a:pt x="582655" y="219766"/>
                  </a:lnTo>
                  <a:lnTo>
                    <a:pt x="570136" y="183127"/>
                  </a:lnTo>
                  <a:lnTo>
                    <a:pt x="552957" y="148311"/>
                  </a:lnTo>
                  <a:lnTo>
                    <a:pt x="531419" y="116030"/>
                  </a:lnTo>
                  <a:lnTo>
                    <a:pt x="505933" y="86924"/>
                  </a:lnTo>
                  <a:lnTo>
                    <a:pt x="476869" y="61331"/>
                  </a:lnTo>
                  <a:lnTo>
                    <a:pt x="444601" y="39586"/>
                  </a:lnTo>
                  <a:lnTo>
                    <a:pt x="409778" y="22464"/>
                  </a:lnTo>
                  <a:lnTo>
                    <a:pt x="373135" y="10067"/>
                  </a:lnTo>
                  <a:lnTo>
                    <a:pt x="335145" y="2530"/>
                  </a:lnTo>
                  <a:lnTo>
                    <a:pt x="296456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object 22"/>
            <p:cNvSpPr/>
            <p:nvPr/>
          </p:nvSpPr>
          <p:spPr>
            <a:xfrm>
              <a:off x="1285200" y="5146560"/>
              <a:ext cx="592560" cy="59256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592560"/>
                <a:gd name="textAreaBottom" fmla="*/ 592920 h 592560"/>
              </a:gdLst>
              <a:ahLst/>
              <a:cxnLst/>
              <a:rect l="textAreaLeft" t="textAreaTop" r="textAreaRight" b="textAreaBottom"/>
              <a:pathLst>
                <a:path w="593089" h="593089">
                  <a:moveTo>
                    <a:pt x="0" y="296278"/>
                  </a:moveTo>
                  <a:lnTo>
                    <a:pt x="2542" y="257411"/>
                  </a:lnTo>
                  <a:lnTo>
                    <a:pt x="10079" y="219421"/>
                  </a:lnTo>
                  <a:lnTo>
                    <a:pt x="22476" y="182778"/>
                  </a:lnTo>
                  <a:lnTo>
                    <a:pt x="39598" y="147955"/>
                  </a:lnTo>
                  <a:lnTo>
                    <a:pt x="61342" y="115686"/>
                  </a:lnTo>
                  <a:lnTo>
                    <a:pt x="86936" y="86623"/>
                  </a:lnTo>
                  <a:lnTo>
                    <a:pt x="116042" y="61137"/>
                  </a:lnTo>
                  <a:lnTo>
                    <a:pt x="148323" y="39598"/>
                  </a:lnTo>
                  <a:lnTo>
                    <a:pt x="183139" y="22476"/>
                  </a:lnTo>
                  <a:lnTo>
                    <a:pt x="219778" y="10079"/>
                  </a:lnTo>
                  <a:lnTo>
                    <a:pt x="257767" y="2542"/>
                  </a:lnTo>
                  <a:lnTo>
                    <a:pt x="296633" y="0"/>
                  </a:lnTo>
                  <a:lnTo>
                    <a:pt x="296278" y="0"/>
                  </a:lnTo>
                  <a:lnTo>
                    <a:pt x="335145" y="2542"/>
                  </a:lnTo>
                  <a:lnTo>
                    <a:pt x="373135" y="10079"/>
                  </a:lnTo>
                  <a:lnTo>
                    <a:pt x="409778" y="22476"/>
                  </a:lnTo>
                  <a:lnTo>
                    <a:pt x="444601" y="39598"/>
                  </a:lnTo>
                  <a:lnTo>
                    <a:pt x="476869" y="61342"/>
                  </a:lnTo>
                  <a:lnTo>
                    <a:pt x="505933" y="86936"/>
                  </a:lnTo>
                  <a:lnTo>
                    <a:pt x="531419" y="116042"/>
                  </a:lnTo>
                  <a:lnTo>
                    <a:pt x="552957" y="148323"/>
                  </a:lnTo>
                  <a:lnTo>
                    <a:pt x="570136" y="183139"/>
                  </a:lnTo>
                  <a:lnTo>
                    <a:pt x="582655" y="219778"/>
                  </a:lnTo>
                  <a:lnTo>
                    <a:pt x="590314" y="257767"/>
                  </a:lnTo>
                  <a:lnTo>
                    <a:pt x="592912" y="296633"/>
                  </a:lnTo>
                  <a:lnTo>
                    <a:pt x="592912" y="296278"/>
                  </a:lnTo>
                  <a:lnTo>
                    <a:pt x="590370" y="335146"/>
                  </a:lnTo>
                  <a:lnTo>
                    <a:pt x="582833" y="373140"/>
                  </a:lnTo>
                  <a:lnTo>
                    <a:pt x="570436" y="409783"/>
                  </a:lnTo>
                  <a:lnTo>
                    <a:pt x="553313" y="444601"/>
                  </a:lnTo>
                  <a:lnTo>
                    <a:pt x="531569" y="476869"/>
                  </a:lnTo>
                  <a:lnTo>
                    <a:pt x="505977" y="505933"/>
                  </a:lnTo>
                  <a:lnTo>
                    <a:pt x="476875" y="531419"/>
                  </a:lnTo>
                  <a:lnTo>
                    <a:pt x="444601" y="552958"/>
                  </a:lnTo>
                  <a:lnTo>
                    <a:pt x="409783" y="570138"/>
                  </a:lnTo>
                  <a:lnTo>
                    <a:pt x="373179" y="582661"/>
                  </a:lnTo>
                  <a:lnTo>
                    <a:pt x="335295" y="590325"/>
                  </a:lnTo>
                  <a:lnTo>
                    <a:pt x="296633" y="592924"/>
                  </a:lnTo>
                  <a:lnTo>
                    <a:pt x="296278" y="592924"/>
                  </a:lnTo>
                  <a:lnTo>
                    <a:pt x="257411" y="590380"/>
                  </a:lnTo>
                  <a:lnTo>
                    <a:pt x="219421" y="582839"/>
                  </a:lnTo>
                  <a:lnTo>
                    <a:pt x="182778" y="570438"/>
                  </a:lnTo>
                  <a:lnTo>
                    <a:pt x="147954" y="553313"/>
                  </a:lnTo>
                  <a:lnTo>
                    <a:pt x="115686" y="531569"/>
                  </a:lnTo>
                  <a:lnTo>
                    <a:pt x="86623" y="505977"/>
                  </a:lnTo>
                  <a:lnTo>
                    <a:pt x="61137" y="476875"/>
                  </a:lnTo>
                  <a:lnTo>
                    <a:pt x="39598" y="444601"/>
                  </a:lnTo>
                  <a:lnTo>
                    <a:pt x="22476" y="409789"/>
                  </a:lnTo>
                  <a:lnTo>
                    <a:pt x="10079" y="373184"/>
                  </a:lnTo>
                  <a:lnTo>
                    <a:pt x="2542" y="335296"/>
                  </a:lnTo>
                  <a:lnTo>
                    <a:pt x="0" y="296633"/>
                  </a:lnTo>
                  <a:lnTo>
                    <a:pt x="0" y="296278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object 23"/>
            <p:cNvSpPr/>
            <p:nvPr/>
          </p:nvSpPr>
          <p:spPr>
            <a:xfrm>
              <a:off x="1477440" y="5307120"/>
              <a:ext cx="207360" cy="272160"/>
            </a:xfrm>
            <a:custGeom>
              <a:avLst/>
              <a:gdLst>
                <a:gd name="textAreaLeft" fmla="*/ 0 w 207360"/>
                <a:gd name="textAreaRight" fmla="*/ 207720 w 207360"/>
                <a:gd name="textAreaTop" fmla="*/ 0 h 272160"/>
                <a:gd name="textAreaBottom" fmla="*/ 272520 h 272160"/>
              </a:gdLst>
              <a:ahLst/>
              <a:cxnLst/>
              <a:rect l="textAreaLeft" t="textAreaTop" r="textAreaRight" b="textAreaBottom"/>
              <a:pathLst>
                <a:path w="207644" h="272414">
                  <a:moveTo>
                    <a:pt x="21958" y="115569"/>
                  </a:moveTo>
                  <a:lnTo>
                    <a:pt x="2882" y="121323"/>
                  </a:lnTo>
                  <a:lnTo>
                    <a:pt x="1435" y="123482"/>
                  </a:lnTo>
                  <a:lnTo>
                    <a:pt x="355" y="126720"/>
                  </a:lnTo>
                  <a:lnTo>
                    <a:pt x="0" y="129971"/>
                  </a:lnTo>
                  <a:lnTo>
                    <a:pt x="0" y="136804"/>
                  </a:lnTo>
                </a:path>
                <a:path w="207644" h="272414">
                  <a:moveTo>
                    <a:pt x="114122" y="194411"/>
                  </a:moveTo>
                  <a:lnTo>
                    <a:pt x="126352" y="176047"/>
                  </a:lnTo>
                  <a:lnTo>
                    <a:pt x="126352" y="172808"/>
                  </a:lnTo>
                  <a:lnTo>
                    <a:pt x="104038" y="150850"/>
                  </a:lnTo>
                  <a:lnTo>
                    <a:pt x="100799" y="151206"/>
                  </a:lnTo>
                  <a:lnTo>
                    <a:pt x="81356" y="172440"/>
                  </a:lnTo>
                  <a:lnTo>
                    <a:pt x="81356" y="175691"/>
                  </a:lnTo>
                  <a:lnTo>
                    <a:pt x="81724" y="178930"/>
                  </a:lnTo>
                  <a:lnTo>
                    <a:pt x="82803" y="182168"/>
                  </a:lnTo>
                  <a:lnTo>
                    <a:pt x="84594" y="185762"/>
                  </a:lnTo>
                  <a:lnTo>
                    <a:pt x="86398" y="187921"/>
                  </a:lnTo>
                  <a:lnTo>
                    <a:pt x="87477" y="189369"/>
                  </a:lnTo>
                  <a:lnTo>
                    <a:pt x="89992" y="191528"/>
                  </a:lnTo>
                  <a:lnTo>
                    <a:pt x="92875" y="194411"/>
                  </a:lnTo>
                </a:path>
                <a:path w="207644" h="272414">
                  <a:moveTo>
                    <a:pt x="114122" y="194411"/>
                  </a:moveTo>
                  <a:lnTo>
                    <a:pt x="110159" y="232562"/>
                  </a:lnTo>
                  <a:lnTo>
                    <a:pt x="103314" y="234721"/>
                  </a:lnTo>
                  <a:lnTo>
                    <a:pt x="100075" y="234010"/>
                  </a:lnTo>
                  <a:lnTo>
                    <a:pt x="97561" y="232930"/>
                  </a:lnTo>
                  <a:lnTo>
                    <a:pt x="96837" y="231851"/>
                  </a:lnTo>
                  <a:lnTo>
                    <a:pt x="95034" y="229692"/>
                  </a:lnTo>
                  <a:lnTo>
                    <a:pt x="94322" y="228599"/>
                  </a:lnTo>
                  <a:lnTo>
                    <a:pt x="93598" y="226440"/>
                  </a:lnTo>
                  <a:lnTo>
                    <a:pt x="93243" y="223202"/>
                  </a:lnTo>
                  <a:lnTo>
                    <a:pt x="93237" y="212478"/>
                  </a:lnTo>
                  <a:lnTo>
                    <a:pt x="93197" y="204082"/>
                  </a:lnTo>
                  <a:lnTo>
                    <a:pt x="93088" y="198049"/>
                  </a:lnTo>
                  <a:lnTo>
                    <a:pt x="92875" y="194411"/>
                  </a:lnTo>
                </a:path>
                <a:path w="207644" h="272414">
                  <a:moveTo>
                    <a:pt x="0" y="256679"/>
                  </a:moveTo>
                  <a:lnTo>
                    <a:pt x="0" y="259930"/>
                  </a:lnTo>
                  <a:lnTo>
                    <a:pt x="1079" y="263169"/>
                  </a:lnTo>
                  <a:lnTo>
                    <a:pt x="14033" y="271805"/>
                  </a:lnTo>
                  <a:lnTo>
                    <a:pt x="20878" y="271805"/>
                  </a:lnTo>
                </a:path>
                <a:path w="207644" h="272414">
                  <a:moveTo>
                    <a:pt x="191515" y="271805"/>
                  </a:moveTo>
                  <a:lnTo>
                    <a:pt x="207352" y="259930"/>
                  </a:lnTo>
                  <a:lnTo>
                    <a:pt x="207352" y="257771"/>
                  </a:lnTo>
                  <a:lnTo>
                    <a:pt x="207352" y="250926"/>
                  </a:lnTo>
                </a:path>
                <a:path w="207644" h="272414">
                  <a:moveTo>
                    <a:pt x="181432" y="115569"/>
                  </a:moveTo>
                  <a:lnTo>
                    <a:pt x="178917" y="57251"/>
                  </a:lnTo>
                </a:path>
                <a:path w="207644" h="272414">
                  <a:moveTo>
                    <a:pt x="0" y="136804"/>
                  </a:moveTo>
                  <a:lnTo>
                    <a:pt x="0" y="256679"/>
                  </a:lnTo>
                </a:path>
                <a:path w="207644" h="272414">
                  <a:moveTo>
                    <a:pt x="20878" y="271805"/>
                  </a:moveTo>
                  <a:lnTo>
                    <a:pt x="191515" y="271805"/>
                  </a:lnTo>
                </a:path>
                <a:path w="207644" h="272414">
                  <a:moveTo>
                    <a:pt x="207352" y="250926"/>
                  </a:moveTo>
                  <a:lnTo>
                    <a:pt x="207352" y="131051"/>
                  </a:lnTo>
                </a:path>
                <a:path w="207644" h="272414">
                  <a:moveTo>
                    <a:pt x="178917" y="57251"/>
                  </a:moveTo>
                  <a:lnTo>
                    <a:pt x="177114" y="50761"/>
                  </a:lnTo>
                  <a:lnTo>
                    <a:pt x="174599" y="44640"/>
                  </a:lnTo>
                  <a:lnTo>
                    <a:pt x="142913" y="10452"/>
                  </a:lnTo>
                  <a:lnTo>
                    <a:pt x="103682" y="0"/>
                  </a:lnTo>
                  <a:lnTo>
                    <a:pt x="93502" y="670"/>
                  </a:lnTo>
                  <a:lnTo>
                    <a:pt x="56303" y="16105"/>
                  </a:lnTo>
                  <a:lnTo>
                    <a:pt x="31841" y="48103"/>
                  </a:lnTo>
                  <a:lnTo>
                    <a:pt x="25920" y="78130"/>
                  </a:lnTo>
                  <a:lnTo>
                    <a:pt x="25920" y="79209"/>
                  </a:lnTo>
                  <a:lnTo>
                    <a:pt x="25920" y="79921"/>
                  </a:lnTo>
                  <a:lnTo>
                    <a:pt x="25920" y="81000"/>
                  </a:lnTo>
                </a:path>
              </a:pathLst>
            </a:custGeom>
            <a:noFill/>
            <a:ln w="12034">
              <a:solidFill>
                <a:srgbClr val="44413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4" name="object 24"/>
          <p:cNvSpPr/>
          <p:nvPr/>
        </p:nvSpPr>
        <p:spPr>
          <a:xfrm>
            <a:off x="1503360" y="5388120"/>
            <a:ext cx="360" cy="34560"/>
          </a:xfrm>
          <a:custGeom>
            <a:avLst/>
            <a:gdLst>
              <a:gd name="textAreaLeft" fmla="*/ 0 w 360"/>
              <a:gd name="textAreaRight" fmla="*/ 720 w 36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0" h="34925">
                <a:moveTo>
                  <a:pt x="0" y="0"/>
                </a:moveTo>
                <a:lnTo>
                  <a:pt x="0" y="34569"/>
                </a:lnTo>
              </a:path>
            </a:pathLst>
          </a:custGeom>
          <a:noFill/>
          <a:ln w="12034">
            <a:solidFill>
              <a:srgbClr val="4441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object 25"/>
          <p:cNvSpPr/>
          <p:nvPr/>
        </p:nvSpPr>
        <p:spPr>
          <a:xfrm>
            <a:off x="2062800" y="5180040"/>
            <a:ext cx="65268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90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Authentification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56"/>
              </a:spcBef>
            </a:pPr>
            <a:r>
              <a:rPr b="0" lang="en-US" sz="1550" spc="13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Système</a:t>
            </a:r>
            <a:r>
              <a:rPr b="0" lang="en-US" sz="15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d'authentification </a:t>
            </a:r>
            <a:r>
              <a:rPr b="0" lang="en-US" sz="155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pour</a:t>
            </a:r>
            <a:r>
              <a:rPr b="0" lang="en-US" sz="15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</a:t>
            </a:r>
            <a:r>
              <a:rPr b="0" lang="en-US" sz="15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sécurité</a:t>
            </a:r>
            <a:r>
              <a:rPr b="0" lang="en-US" sz="15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5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</a:t>
            </a:r>
            <a:r>
              <a:rPr b="0" lang="en-US" sz="1550" spc="6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6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personnalisation.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object 26"/>
          <p:cNvGrpSpPr/>
          <p:nvPr/>
        </p:nvGrpSpPr>
        <p:grpSpPr>
          <a:xfrm>
            <a:off x="1581480" y="6530400"/>
            <a:ext cx="592560" cy="1019160"/>
            <a:chOff x="1581480" y="6530400"/>
            <a:chExt cx="592560" cy="1019160"/>
          </a:xfrm>
        </p:grpSpPr>
        <p:sp>
          <p:nvSpPr>
            <p:cNvPr id="157" name="object 27"/>
            <p:cNvSpPr/>
            <p:nvPr/>
          </p:nvSpPr>
          <p:spPr>
            <a:xfrm>
              <a:off x="1778760" y="6659640"/>
              <a:ext cx="197640" cy="88992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889920"/>
                <a:gd name="textAreaBottom" fmla="*/ 890280 h 889920"/>
              </a:gdLst>
              <a:ahLst/>
              <a:cxnLst/>
              <a:rect l="textAreaLeft" t="textAreaTop" r="textAreaRight" b="textAreaBottom"/>
              <a:pathLst>
                <a:path w="198119" h="890270">
                  <a:moveTo>
                    <a:pt x="83515" y="0"/>
                  </a:moveTo>
                  <a:lnTo>
                    <a:pt x="41757" y="11163"/>
                  </a:lnTo>
                  <a:lnTo>
                    <a:pt x="11518" y="41757"/>
                  </a:lnTo>
                  <a:lnTo>
                    <a:pt x="355" y="83159"/>
                  </a:lnTo>
                  <a:lnTo>
                    <a:pt x="0" y="806767"/>
                  </a:lnTo>
                  <a:lnTo>
                    <a:pt x="717" y="817533"/>
                  </a:lnTo>
                  <a:lnTo>
                    <a:pt x="731" y="817746"/>
                  </a:lnTo>
                  <a:lnTo>
                    <a:pt x="2816" y="828133"/>
                  </a:lnTo>
                  <a:lnTo>
                    <a:pt x="2881" y="828455"/>
                  </a:lnTo>
                  <a:lnTo>
                    <a:pt x="6258" y="838398"/>
                  </a:lnTo>
                  <a:lnTo>
                    <a:pt x="6381" y="838760"/>
                  </a:lnTo>
                  <a:lnTo>
                    <a:pt x="11163" y="848525"/>
                  </a:lnTo>
                  <a:lnTo>
                    <a:pt x="41757" y="878763"/>
                  </a:lnTo>
                  <a:lnTo>
                    <a:pt x="83159" y="889927"/>
                  </a:lnTo>
                  <a:lnTo>
                    <a:pt x="114833" y="889927"/>
                  </a:lnTo>
                  <a:lnTo>
                    <a:pt x="156603" y="878763"/>
                  </a:lnTo>
                  <a:lnTo>
                    <a:pt x="186842" y="848156"/>
                  </a:lnTo>
                  <a:lnTo>
                    <a:pt x="197220" y="817746"/>
                  </a:lnTo>
                  <a:lnTo>
                    <a:pt x="197263" y="817533"/>
                  </a:lnTo>
                  <a:lnTo>
                    <a:pt x="197993" y="806767"/>
                  </a:lnTo>
                  <a:lnTo>
                    <a:pt x="197969" y="83159"/>
                  </a:lnTo>
                  <a:lnTo>
                    <a:pt x="197263" y="72536"/>
                  </a:lnTo>
                  <a:lnTo>
                    <a:pt x="180793" y="32730"/>
                  </a:lnTo>
                  <a:lnTo>
                    <a:pt x="146476" y="6736"/>
                  </a:lnTo>
                  <a:lnTo>
                    <a:pt x="114833" y="355"/>
                  </a:lnTo>
                  <a:lnTo>
                    <a:pt x="83515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object 28"/>
            <p:cNvSpPr/>
            <p:nvPr/>
          </p:nvSpPr>
          <p:spPr>
            <a:xfrm>
              <a:off x="1778760" y="6659640"/>
              <a:ext cx="197640" cy="88992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889920"/>
                <a:gd name="textAreaBottom" fmla="*/ 890280 h 889920"/>
              </a:gdLst>
              <a:ahLst/>
              <a:cxnLst/>
              <a:rect l="textAreaLeft" t="textAreaTop" r="textAreaRight" b="textAreaBottom"/>
              <a:pathLst>
                <a:path w="198119" h="890270">
                  <a:moveTo>
                    <a:pt x="355" y="83159"/>
                  </a:moveTo>
                  <a:lnTo>
                    <a:pt x="1087" y="72386"/>
                  </a:lnTo>
                  <a:lnTo>
                    <a:pt x="3236" y="61782"/>
                  </a:lnTo>
                  <a:lnTo>
                    <a:pt x="24614" y="24436"/>
                  </a:lnTo>
                  <a:lnTo>
                    <a:pt x="61826" y="2881"/>
                  </a:lnTo>
                  <a:lnTo>
                    <a:pt x="83515" y="0"/>
                  </a:lnTo>
                  <a:lnTo>
                    <a:pt x="114833" y="355"/>
                  </a:lnTo>
                  <a:lnTo>
                    <a:pt x="156235" y="11518"/>
                  </a:lnTo>
                  <a:lnTo>
                    <a:pt x="186842" y="41757"/>
                  </a:lnTo>
                  <a:lnTo>
                    <a:pt x="197993" y="83515"/>
                  </a:lnTo>
                  <a:lnTo>
                    <a:pt x="197993" y="806767"/>
                  </a:lnTo>
                  <a:lnTo>
                    <a:pt x="197263" y="817533"/>
                  </a:lnTo>
                  <a:lnTo>
                    <a:pt x="195118" y="828133"/>
                  </a:lnTo>
                  <a:lnTo>
                    <a:pt x="173747" y="865484"/>
                  </a:lnTo>
                  <a:lnTo>
                    <a:pt x="136528" y="887045"/>
                  </a:lnTo>
                  <a:lnTo>
                    <a:pt x="114833" y="889927"/>
                  </a:lnTo>
                  <a:lnTo>
                    <a:pt x="83159" y="889927"/>
                  </a:lnTo>
                  <a:lnTo>
                    <a:pt x="41757" y="878763"/>
                  </a:lnTo>
                  <a:lnTo>
                    <a:pt x="11163" y="848525"/>
                  </a:lnTo>
                  <a:lnTo>
                    <a:pt x="0" y="806767"/>
                  </a:lnTo>
                  <a:lnTo>
                    <a:pt x="355" y="83159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object 29"/>
            <p:cNvSpPr/>
            <p:nvPr/>
          </p:nvSpPr>
          <p:spPr>
            <a:xfrm>
              <a:off x="1581480" y="6530400"/>
              <a:ext cx="592560" cy="59256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592560"/>
                <a:gd name="textAreaBottom" fmla="*/ 592920 h 592560"/>
              </a:gdLst>
              <a:ahLst/>
              <a:cxnLst/>
              <a:rect l="textAreaLeft" t="textAreaTop" r="textAreaRight" b="textAreaBottom"/>
              <a:pathLst>
                <a:path w="593089" h="593090">
                  <a:moveTo>
                    <a:pt x="296456" y="0"/>
                  </a:moveTo>
                  <a:lnTo>
                    <a:pt x="257767" y="2530"/>
                  </a:lnTo>
                  <a:lnTo>
                    <a:pt x="219778" y="10067"/>
                  </a:lnTo>
                  <a:lnTo>
                    <a:pt x="183139" y="22464"/>
                  </a:lnTo>
                  <a:lnTo>
                    <a:pt x="148323" y="39586"/>
                  </a:lnTo>
                  <a:lnTo>
                    <a:pt x="116042" y="61125"/>
                  </a:lnTo>
                  <a:lnTo>
                    <a:pt x="86936" y="86611"/>
                  </a:lnTo>
                  <a:lnTo>
                    <a:pt x="61342" y="115675"/>
                  </a:lnTo>
                  <a:lnTo>
                    <a:pt x="39598" y="147943"/>
                  </a:lnTo>
                  <a:lnTo>
                    <a:pt x="22476" y="182761"/>
                  </a:lnTo>
                  <a:lnTo>
                    <a:pt x="10079" y="219404"/>
                  </a:lnTo>
                  <a:lnTo>
                    <a:pt x="2542" y="257398"/>
                  </a:lnTo>
                  <a:lnTo>
                    <a:pt x="0" y="296266"/>
                  </a:lnTo>
                  <a:lnTo>
                    <a:pt x="0" y="296622"/>
                  </a:lnTo>
                  <a:lnTo>
                    <a:pt x="2532" y="335133"/>
                  </a:lnTo>
                  <a:lnTo>
                    <a:pt x="10079" y="373168"/>
                  </a:lnTo>
                  <a:lnTo>
                    <a:pt x="22476" y="409772"/>
                  </a:lnTo>
                  <a:lnTo>
                    <a:pt x="39598" y="444589"/>
                  </a:lnTo>
                  <a:lnTo>
                    <a:pt x="61137" y="476863"/>
                  </a:lnTo>
                  <a:lnTo>
                    <a:pt x="86623" y="505965"/>
                  </a:lnTo>
                  <a:lnTo>
                    <a:pt x="115686" y="531557"/>
                  </a:lnTo>
                  <a:lnTo>
                    <a:pt x="147954" y="553301"/>
                  </a:lnTo>
                  <a:lnTo>
                    <a:pt x="182778" y="570424"/>
                  </a:lnTo>
                  <a:lnTo>
                    <a:pt x="219421" y="582821"/>
                  </a:lnTo>
                  <a:lnTo>
                    <a:pt x="257411" y="590358"/>
                  </a:lnTo>
                  <a:lnTo>
                    <a:pt x="296278" y="592900"/>
                  </a:lnTo>
                  <a:lnTo>
                    <a:pt x="296633" y="592900"/>
                  </a:lnTo>
                  <a:lnTo>
                    <a:pt x="334469" y="590358"/>
                  </a:lnTo>
                  <a:lnTo>
                    <a:pt x="335022" y="590358"/>
                  </a:lnTo>
                  <a:lnTo>
                    <a:pt x="373184" y="582643"/>
                  </a:lnTo>
                  <a:lnTo>
                    <a:pt x="409789" y="570124"/>
                  </a:lnTo>
                  <a:lnTo>
                    <a:pt x="444601" y="552946"/>
                  </a:lnTo>
                  <a:lnTo>
                    <a:pt x="476875" y="531407"/>
                  </a:lnTo>
                  <a:lnTo>
                    <a:pt x="505926" y="505965"/>
                  </a:lnTo>
                  <a:lnTo>
                    <a:pt x="531564" y="476863"/>
                  </a:lnTo>
                  <a:lnTo>
                    <a:pt x="553313" y="444589"/>
                  </a:lnTo>
                  <a:lnTo>
                    <a:pt x="570435" y="409772"/>
                  </a:lnTo>
                  <a:lnTo>
                    <a:pt x="582824" y="373168"/>
                  </a:lnTo>
                  <a:lnTo>
                    <a:pt x="590350" y="335283"/>
                  </a:lnTo>
                  <a:lnTo>
                    <a:pt x="592901" y="296622"/>
                  </a:lnTo>
                  <a:lnTo>
                    <a:pt x="592901" y="296266"/>
                  </a:lnTo>
                  <a:lnTo>
                    <a:pt x="590325" y="257755"/>
                  </a:lnTo>
                  <a:lnTo>
                    <a:pt x="582661" y="219765"/>
                  </a:lnTo>
                  <a:lnTo>
                    <a:pt x="570138" y="183122"/>
                  </a:lnTo>
                  <a:lnTo>
                    <a:pt x="552958" y="148298"/>
                  </a:lnTo>
                  <a:lnTo>
                    <a:pt x="531419" y="116025"/>
                  </a:lnTo>
                  <a:lnTo>
                    <a:pt x="505933" y="86923"/>
                  </a:lnTo>
                  <a:lnTo>
                    <a:pt x="476869" y="61330"/>
                  </a:lnTo>
                  <a:lnTo>
                    <a:pt x="444601" y="39586"/>
                  </a:lnTo>
                  <a:lnTo>
                    <a:pt x="409783" y="22464"/>
                  </a:lnTo>
                  <a:lnTo>
                    <a:pt x="373140" y="10067"/>
                  </a:lnTo>
                  <a:lnTo>
                    <a:pt x="335146" y="2530"/>
                  </a:lnTo>
                  <a:lnTo>
                    <a:pt x="296456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object 30"/>
            <p:cNvSpPr/>
            <p:nvPr/>
          </p:nvSpPr>
          <p:spPr>
            <a:xfrm>
              <a:off x="1581480" y="6530400"/>
              <a:ext cx="592560" cy="59256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592560"/>
                <a:gd name="textAreaBottom" fmla="*/ 592920 h 592560"/>
              </a:gdLst>
              <a:ahLst/>
              <a:cxnLst/>
              <a:rect l="textAreaLeft" t="textAreaTop" r="textAreaRight" b="textAreaBottom"/>
              <a:pathLst>
                <a:path w="593089" h="593090">
                  <a:moveTo>
                    <a:pt x="0" y="296278"/>
                  </a:moveTo>
                  <a:lnTo>
                    <a:pt x="2542" y="257409"/>
                  </a:lnTo>
                  <a:lnTo>
                    <a:pt x="10079" y="219416"/>
                  </a:lnTo>
                  <a:lnTo>
                    <a:pt x="22476" y="182773"/>
                  </a:lnTo>
                  <a:lnTo>
                    <a:pt x="39598" y="147954"/>
                  </a:lnTo>
                  <a:lnTo>
                    <a:pt x="61342" y="115686"/>
                  </a:lnTo>
                  <a:lnTo>
                    <a:pt x="86936" y="86623"/>
                  </a:lnTo>
                  <a:lnTo>
                    <a:pt x="116042" y="61137"/>
                  </a:lnTo>
                  <a:lnTo>
                    <a:pt x="148323" y="39598"/>
                  </a:lnTo>
                  <a:lnTo>
                    <a:pt x="183139" y="22476"/>
                  </a:lnTo>
                  <a:lnTo>
                    <a:pt x="219778" y="10079"/>
                  </a:lnTo>
                  <a:lnTo>
                    <a:pt x="257767" y="2542"/>
                  </a:lnTo>
                  <a:lnTo>
                    <a:pt x="296633" y="0"/>
                  </a:lnTo>
                  <a:lnTo>
                    <a:pt x="296278" y="0"/>
                  </a:lnTo>
                  <a:lnTo>
                    <a:pt x="335146" y="2542"/>
                  </a:lnTo>
                  <a:lnTo>
                    <a:pt x="373140" y="10079"/>
                  </a:lnTo>
                  <a:lnTo>
                    <a:pt x="409783" y="22476"/>
                  </a:lnTo>
                  <a:lnTo>
                    <a:pt x="444601" y="39598"/>
                  </a:lnTo>
                  <a:lnTo>
                    <a:pt x="476869" y="61342"/>
                  </a:lnTo>
                  <a:lnTo>
                    <a:pt x="505933" y="86934"/>
                  </a:lnTo>
                  <a:lnTo>
                    <a:pt x="531419" y="116036"/>
                  </a:lnTo>
                  <a:lnTo>
                    <a:pt x="552958" y="148310"/>
                  </a:lnTo>
                  <a:lnTo>
                    <a:pt x="570138" y="183133"/>
                  </a:lnTo>
                  <a:lnTo>
                    <a:pt x="582661" y="219776"/>
                  </a:lnTo>
                  <a:lnTo>
                    <a:pt x="590325" y="257767"/>
                  </a:lnTo>
                  <a:lnTo>
                    <a:pt x="592924" y="296633"/>
                  </a:lnTo>
                  <a:lnTo>
                    <a:pt x="592924" y="296278"/>
                  </a:lnTo>
                  <a:lnTo>
                    <a:pt x="590380" y="335145"/>
                  </a:lnTo>
                  <a:lnTo>
                    <a:pt x="582839" y="373135"/>
                  </a:lnTo>
                  <a:lnTo>
                    <a:pt x="570438" y="409778"/>
                  </a:lnTo>
                  <a:lnTo>
                    <a:pt x="553313" y="444601"/>
                  </a:lnTo>
                  <a:lnTo>
                    <a:pt x="531569" y="476869"/>
                  </a:lnTo>
                  <a:lnTo>
                    <a:pt x="505977" y="505933"/>
                  </a:lnTo>
                  <a:lnTo>
                    <a:pt x="476875" y="531419"/>
                  </a:lnTo>
                  <a:lnTo>
                    <a:pt x="444601" y="552957"/>
                  </a:lnTo>
                  <a:lnTo>
                    <a:pt x="409789" y="570136"/>
                  </a:lnTo>
                  <a:lnTo>
                    <a:pt x="373184" y="582655"/>
                  </a:lnTo>
                  <a:lnTo>
                    <a:pt x="335296" y="590314"/>
                  </a:lnTo>
                  <a:lnTo>
                    <a:pt x="296633" y="592912"/>
                  </a:lnTo>
                  <a:lnTo>
                    <a:pt x="296278" y="592912"/>
                  </a:lnTo>
                  <a:lnTo>
                    <a:pt x="257411" y="590370"/>
                  </a:lnTo>
                  <a:lnTo>
                    <a:pt x="219421" y="582833"/>
                  </a:lnTo>
                  <a:lnTo>
                    <a:pt x="182778" y="570436"/>
                  </a:lnTo>
                  <a:lnTo>
                    <a:pt x="147954" y="553313"/>
                  </a:lnTo>
                  <a:lnTo>
                    <a:pt x="115686" y="531569"/>
                  </a:lnTo>
                  <a:lnTo>
                    <a:pt x="86623" y="505977"/>
                  </a:lnTo>
                  <a:lnTo>
                    <a:pt x="61137" y="476875"/>
                  </a:lnTo>
                  <a:lnTo>
                    <a:pt x="39598" y="444601"/>
                  </a:lnTo>
                  <a:lnTo>
                    <a:pt x="22476" y="409783"/>
                  </a:lnTo>
                  <a:lnTo>
                    <a:pt x="10079" y="373179"/>
                  </a:lnTo>
                  <a:lnTo>
                    <a:pt x="2542" y="335295"/>
                  </a:lnTo>
                  <a:lnTo>
                    <a:pt x="0" y="296633"/>
                  </a:lnTo>
                  <a:lnTo>
                    <a:pt x="0" y="296278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1" name="object 31" descr=""/>
            <p:cNvPicPr/>
            <p:nvPr/>
          </p:nvPicPr>
          <p:blipFill>
            <a:blip r:embed="rId3"/>
            <a:stretch/>
          </p:blipFill>
          <p:spPr>
            <a:xfrm>
              <a:off x="1735920" y="6733440"/>
              <a:ext cx="283680" cy="1861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2" name="object 32"/>
          <p:cNvSpPr/>
          <p:nvPr/>
        </p:nvSpPr>
        <p:spPr>
          <a:xfrm>
            <a:off x="2359440" y="6563880"/>
            <a:ext cx="525744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90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API</a:t>
            </a:r>
            <a:r>
              <a:rPr b="0" lang="en-US" sz="1900" spc="3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9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Payante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56"/>
              </a:spcBef>
            </a:pPr>
            <a:r>
              <a:rPr b="0" lang="en-US" sz="155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Accès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à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données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plus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7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fréquentes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et</a:t>
            </a:r>
            <a:r>
              <a:rPr b="0" lang="en-US" sz="155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55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exploitables.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object 2"/>
          <p:cNvGrpSpPr/>
          <p:nvPr/>
        </p:nvGrpSpPr>
        <p:grpSpPr>
          <a:xfrm>
            <a:off x="9144000" y="0"/>
            <a:ext cx="5485680" cy="8228520"/>
            <a:chOff x="9144000" y="0"/>
            <a:chExt cx="5485680" cy="8228520"/>
          </a:xfrm>
        </p:grpSpPr>
        <p:pic>
          <p:nvPicPr>
            <p:cNvPr id="164" name="object 3" descr=""/>
            <p:cNvPicPr/>
            <p:nvPr/>
          </p:nvPicPr>
          <p:blipFill>
            <a:blip r:embed="rId1"/>
            <a:stretch/>
          </p:blipFill>
          <p:spPr>
            <a:xfrm>
              <a:off x="9144000" y="0"/>
              <a:ext cx="5485680" cy="8228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5" name="object 4" descr=""/>
            <p:cNvPicPr/>
            <p:nvPr/>
          </p:nvPicPr>
          <p:blipFill>
            <a:blip r:embed="rId2"/>
            <a:stretch/>
          </p:blipFill>
          <p:spPr>
            <a:xfrm>
              <a:off x="9829800" y="2665440"/>
              <a:ext cx="4241160" cy="32774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744480" y="778680"/>
            <a:ext cx="4056120" cy="1186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4250" spc="244" strike="noStrike" u="none">
                <a:solidFill>
                  <a:srgbClr val="5b4d3c"/>
                </a:solidFill>
                <a:effectLst/>
                <a:uFillTx/>
                <a:latin typeface="Trebuchet MS"/>
              </a:rPr>
              <a:t>Conclusion</a:t>
            </a:r>
            <a:endParaRPr b="0" lang="en-US" sz="425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67" name="object 6"/>
          <p:cNvGrpSpPr/>
          <p:nvPr/>
        </p:nvGrpSpPr>
        <p:grpSpPr>
          <a:xfrm>
            <a:off x="756720" y="1765800"/>
            <a:ext cx="7629120" cy="1262520"/>
            <a:chOff x="756720" y="1765800"/>
            <a:chExt cx="7629120" cy="1262520"/>
          </a:xfrm>
        </p:grpSpPr>
        <p:sp>
          <p:nvSpPr>
            <p:cNvPr id="168" name="object 7"/>
            <p:cNvSpPr/>
            <p:nvPr/>
          </p:nvSpPr>
          <p:spPr>
            <a:xfrm>
              <a:off x="756720" y="1765800"/>
              <a:ext cx="7629120" cy="1262520"/>
            </a:xfrm>
            <a:custGeom>
              <a:avLst/>
              <a:gdLst>
                <a:gd name="textAreaLeft" fmla="*/ 0 w 7629120"/>
                <a:gd name="textAreaRight" fmla="*/ 7629480 w 7629120"/>
                <a:gd name="textAreaTop" fmla="*/ 0 h 1262520"/>
                <a:gd name="textAreaBottom" fmla="*/ 1262880 h 1262520"/>
              </a:gdLst>
              <a:ahLst/>
              <a:cxnLst/>
              <a:rect l="textAreaLeft" t="textAreaTop" r="textAreaRight" b="textAreaBottom"/>
              <a:pathLst>
                <a:path w="7629525" h="1263014">
                  <a:moveTo>
                    <a:pt x="519849" y="0"/>
                  </a:moveTo>
                  <a:lnTo>
                    <a:pt x="465444" y="2872"/>
                  </a:lnTo>
                  <a:lnTo>
                    <a:pt x="411817" y="11396"/>
                  </a:lnTo>
                  <a:lnTo>
                    <a:pt x="359400" y="25432"/>
                  </a:lnTo>
                  <a:lnTo>
                    <a:pt x="308623" y="44840"/>
                  </a:lnTo>
                  <a:lnTo>
                    <a:pt x="259918" y="69481"/>
                  </a:lnTo>
                  <a:lnTo>
                    <a:pt x="214268" y="99240"/>
                  </a:lnTo>
                  <a:lnTo>
                    <a:pt x="172122" y="133458"/>
                  </a:lnTo>
                  <a:lnTo>
                    <a:pt x="133794" y="171841"/>
                  </a:lnTo>
                  <a:lnTo>
                    <a:pt x="99594" y="214096"/>
                  </a:lnTo>
                  <a:lnTo>
                    <a:pt x="69837" y="259930"/>
                  </a:lnTo>
                  <a:lnTo>
                    <a:pt x="45197" y="308451"/>
                  </a:lnTo>
                  <a:lnTo>
                    <a:pt x="25792" y="359117"/>
                  </a:lnTo>
                  <a:lnTo>
                    <a:pt x="11760" y="411478"/>
                  </a:lnTo>
                  <a:lnTo>
                    <a:pt x="3239" y="465083"/>
                  </a:lnTo>
                  <a:lnTo>
                    <a:pt x="368" y="519480"/>
                  </a:lnTo>
                  <a:lnTo>
                    <a:pt x="0" y="743038"/>
                  </a:lnTo>
                  <a:lnTo>
                    <a:pt x="2871" y="797443"/>
                  </a:lnTo>
                  <a:lnTo>
                    <a:pt x="11392" y="851070"/>
                  </a:lnTo>
                  <a:lnTo>
                    <a:pt x="25426" y="903487"/>
                  </a:lnTo>
                  <a:lnTo>
                    <a:pt x="44763" y="954075"/>
                  </a:lnTo>
                  <a:lnTo>
                    <a:pt x="44835" y="954264"/>
                  </a:lnTo>
                  <a:lnTo>
                    <a:pt x="69481" y="1002969"/>
                  </a:lnTo>
                  <a:lnTo>
                    <a:pt x="99117" y="1048430"/>
                  </a:lnTo>
                  <a:lnTo>
                    <a:pt x="99240" y="1048619"/>
                  </a:lnTo>
                  <a:lnTo>
                    <a:pt x="133457" y="1090765"/>
                  </a:lnTo>
                  <a:lnTo>
                    <a:pt x="171838" y="1129093"/>
                  </a:lnTo>
                  <a:lnTo>
                    <a:pt x="214090" y="1163293"/>
                  </a:lnTo>
                  <a:lnTo>
                    <a:pt x="259918" y="1193050"/>
                  </a:lnTo>
                  <a:lnTo>
                    <a:pt x="308445" y="1217690"/>
                  </a:lnTo>
                  <a:lnTo>
                    <a:pt x="359115" y="1237095"/>
                  </a:lnTo>
                  <a:lnTo>
                    <a:pt x="411478" y="1251127"/>
                  </a:lnTo>
                  <a:lnTo>
                    <a:pt x="465083" y="1259648"/>
                  </a:lnTo>
                  <a:lnTo>
                    <a:pt x="519480" y="1262519"/>
                  </a:lnTo>
                  <a:lnTo>
                    <a:pt x="7110006" y="1262519"/>
                  </a:lnTo>
                  <a:lnTo>
                    <a:pt x="7164406" y="1259648"/>
                  </a:lnTo>
                  <a:lnTo>
                    <a:pt x="7218031" y="1251127"/>
                  </a:lnTo>
                  <a:lnTo>
                    <a:pt x="7270448" y="1237095"/>
                  </a:lnTo>
                  <a:lnTo>
                    <a:pt x="7321223" y="1217690"/>
                  </a:lnTo>
                  <a:lnTo>
                    <a:pt x="7369924" y="1193050"/>
                  </a:lnTo>
                  <a:lnTo>
                    <a:pt x="7415574" y="1163293"/>
                  </a:lnTo>
                  <a:lnTo>
                    <a:pt x="7457695" y="1129093"/>
                  </a:lnTo>
                  <a:lnTo>
                    <a:pt x="7495972" y="1090765"/>
                  </a:lnTo>
                  <a:lnTo>
                    <a:pt x="7530249" y="1048430"/>
                  </a:lnTo>
                  <a:lnTo>
                    <a:pt x="7560005" y="1002601"/>
                  </a:lnTo>
                  <a:lnTo>
                    <a:pt x="7584550" y="954264"/>
                  </a:lnTo>
                  <a:lnTo>
                    <a:pt x="7604024" y="903487"/>
                  </a:lnTo>
                  <a:lnTo>
                    <a:pt x="7618084" y="851070"/>
                  </a:lnTo>
                  <a:lnTo>
                    <a:pt x="7626614" y="797443"/>
                  </a:lnTo>
                  <a:lnTo>
                    <a:pt x="7629486" y="743038"/>
                  </a:lnTo>
                  <a:lnTo>
                    <a:pt x="7629467" y="519480"/>
                  </a:lnTo>
                  <a:lnTo>
                    <a:pt x="7626614" y="465444"/>
                  </a:lnTo>
                  <a:lnTo>
                    <a:pt x="7618090" y="411818"/>
                  </a:lnTo>
                  <a:lnTo>
                    <a:pt x="7604054" y="359402"/>
                  </a:lnTo>
                  <a:lnTo>
                    <a:pt x="7584646" y="308630"/>
                  </a:lnTo>
                  <a:lnTo>
                    <a:pt x="7560005" y="259930"/>
                  </a:lnTo>
                  <a:lnTo>
                    <a:pt x="7530246" y="214276"/>
                  </a:lnTo>
                  <a:lnTo>
                    <a:pt x="7496029" y="172130"/>
                  </a:lnTo>
                  <a:lnTo>
                    <a:pt x="7457648" y="133803"/>
                  </a:lnTo>
                  <a:lnTo>
                    <a:pt x="7415396" y="99606"/>
                  </a:lnTo>
                  <a:lnTo>
                    <a:pt x="7369568" y="69850"/>
                  </a:lnTo>
                  <a:lnTo>
                    <a:pt x="7321041" y="45203"/>
                  </a:lnTo>
                  <a:lnTo>
                    <a:pt x="7270371" y="25795"/>
                  </a:lnTo>
                  <a:lnTo>
                    <a:pt x="7218008" y="11760"/>
                  </a:lnTo>
                  <a:lnTo>
                    <a:pt x="7164403" y="3239"/>
                  </a:lnTo>
                  <a:lnTo>
                    <a:pt x="7110006" y="368"/>
                  </a:lnTo>
                  <a:lnTo>
                    <a:pt x="519849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object 8"/>
            <p:cNvSpPr/>
            <p:nvPr/>
          </p:nvSpPr>
          <p:spPr>
            <a:xfrm>
              <a:off x="756720" y="1765800"/>
              <a:ext cx="7629120" cy="1262520"/>
            </a:xfrm>
            <a:custGeom>
              <a:avLst/>
              <a:gdLst>
                <a:gd name="textAreaLeft" fmla="*/ 0 w 7629120"/>
                <a:gd name="textAreaRight" fmla="*/ 7629480 w 7629120"/>
                <a:gd name="textAreaTop" fmla="*/ 0 h 1262520"/>
                <a:gd name="textAreaBottom" fmla="*/ 1262880 h 1262520"/>
              </a:gdLst>
              <a:ahLst/>
              <a:cxnLst/>
              <a:rect l="textAreaLeft" t="textAreaTop" r="textAreaRight" b="textAreaBottom"/>
              <a:pathLst>
                <a:path w="7629525" h="1263014">
                  <a:moveTo>
                    <a:pt x="368" y="519480"/>
                  </a:moveTo>
                  <a:lnTo>
                    <a:pt x="3239" y="465083"/>
                  </a:lnTo>
                  <a:lnTo>
                    <a:pt x="11760" y="411478"/>
                  </a:lnTo>
                  <a:lnTo>
                    <a:pt x="25792" y="359117"/>
                  </a:lnTo>
                  <a:lnTo>
                    <a:pt x="45197" y="308451"/>
                  </a:lnTo>
                  <a:lnTo>
                    <a:pt x="69837" y="259930"/>
                  </a:lnTo>
                  <a:lnTo>
                    <a:pt x="99594" y="214096"/>
                  </a:lnTo>
                  <a:lnTo>
                    <a:pt x="133794" y="171841"/>
                  </a:lnTo>
                  <a:lnTo>
                    <a:pt x="172122" y="133458"/>
                  </a:lnTo>
                  <a:lnTo>
                    <a:pt x="214268" y="99240"/>
                  </a:lnTo>
                  <a:lnTo>
                    <a:pt x="259918" y="69481"/>
                  </a:lnTo>
                  <a:lnTo>
                    <a:pt x="308623" y="44840"/>
                  </a:lnTo>
                  <a:lnTo>
                    <a:pt x="359400" y="25432"/>
                  </a:lnTo>
                  <a:lnTo>
                    <a:pt x="411817" y="11396"/>
                  </a:lnTo>
                  <a:lnTo>
                    <a:pt x="465444" y="2872"/>
                  </a:lnTo>
                  <a:lnTo>
                    <a:pt x="519849" y="0"/>
                  </a:lnTo>
                  <a:lnTo>
                    <a:pt x="7110006" y="368"/>
                  </a:lnTo>
                  <a:lnTo>
                    <a:pt x="7164403" y="3239"/>
                  </a:lnTo>
                  <a:lnTo>
                    <a:pt x="7218008" y="11760"/>
                  </a:lnTo>
                  <a:lnTo>
                    <a:pt x="7270371" y="25795"/>
                  </a:lnTo>
                  <a:lnTo>
                    <a:pt x="7321041" y="45203"/>
                  </a:lnTo>
                  <a:lnTo>
                    <a:pt x="7369568" y="69850"/>
                  </a:lnTo>
                  <a:lnTo>
                    <a:pt x="7415396" y="99606"/>
                  </a:lnTo>
                  <a:lnTo>
                    <a:pt x="7457648" y="133803"/>
                  </a:lnTo>
                  <a:lnTo>
                    <a:pt x="7496029" y="172130"/>
                  </a:lnTo>
                  <a:lnTo>
                    <a:pt x="7530246" y="214276"/>
                  </a:lnTo>
                  <a:lnTo>
                    <a:pt x="7560005" y="259930"/>
                  </a:lnTo>
                  <a:lnTo>
                    <a:pt x="7584646" y="308630"/>
                  </a:lnTo>
                  <a:lnTo>
                    <a:pt x="7604054" y="359402"/>
                  </a:lnTo>
                  <a:lnTo>
                    <a:pt x="7618090" y="411818"/>
                  </a:lnTo>
                  <a:lnTo>
                    <a:pt x="7626614" y="465444"/>
                  </a:lnTo>
                  <a:lnTo>
                    <a:pt x="7629486" y="519849"/>
                  </a:lnTo>
                  <a:lnTo>
                    <a:pt x="7629486" y="743038"/>
                  </a:lnTo>
                  <a:lnTo>
                    <a:pt x="7626614" y="797441"/>
                  </a:lnTo>
                  <a:lnTo>
                    <a:pt x="7618090" y="851047"/>
                  </a:lnTo>
                  <a:lnTo>
                    <a:pt x="7604054" y="903408"/>
                  </a:lnTo>
                  <a:lnTo>
                    <a:pt x="7584646" y="954075"/>
                  </a:lnTo>
                  <a:lnTo>
                    <a:pt x="7560005" y="1002601"/>
                  </a:lnTo>
                  <a:lnTo>
                    <a:pt x="7530249" y="1048430"/>
                  </a:lnTo>
                  <a:lnTo>
                    <a:pt x="7496052" y="1090685"/>
                  </a:lnTo>
                  <a:lnTo>
                    <a:pt x="7457724" y="1129070"/>
                  </a:lnTo>
                  <a:lnTo>
                    <a:pt x="7415578" y="1163290"/>
                  </a:lnTo>
                  <a:lnTo>
                    <a:pt x="7369924" y="1193050"/>
                  </a:lnTo>
                  <a:lnTo>
                    <a:pt x="7321223" y="1217690"/>
                  </a:lnTo>
                  <a:lnTo>
                    <a:pt x="7270448" y="1237095"/>
                  </a:lnTo>
                  <a:lnTo>
                    <a:pt x="7218031" y="1251127"/>
                  </a:lnTo>
                  <a:lnTo>
                    <a:pt x="7164406" y="1259648"/>
                  </a:lnTo>
                  <a:lnTo>
                    <a:pt x="7110006" y="1262519"/>
                  </a:lnTo>
                  <a:lnTo>
                    <a:pt x="519480" y="1262519"/>
                  </a:lnTo>
                  <a:lnTo>
                    <a:pt x="465083" y="1259648"/>
                  </a:lnTo>
                  <a:lnTo>
                    <a:pt x="411478" y="1251127"/>
                  </a:lnTo>
                  <a:lnTo>
                    <a:pt x="359115" y="1237095"/>
                  </a:lnTo>
                  <a:lnTo>
                    <a:pt x="308445" y="1217690"/>
                  </a:lnTo>
                  <a:lnTo>
                    <a:pt x="259918" y="1193050"/>
                  </a:lnTo>
                  <a:lnTo>
                    <a:pt x="214090" y="1163293"/>
                  </a:lnTo>
                  <a:lnTo>
                    <a:pt x="171838" y="1129093"/>
                  </a:lnTo>
                  <a:lnTo>
                    <a:pt x="133457" y="1090765"/>
                  </a:lnTo>
                  <a:lnTo>
                    <a:pt x="99240" y="1048619"/>
                  </a:lnTo>
                  <a:lnTo>
                    <a:pt x="69481" y="1002969"/>
                  </a:lnTo>
                  <a:lnTo>
                    <a:pt x="44835" y="954264"/>
                  </a:lnTo>
                  <a:lnTo>
                    <a:pt x="25426" y="903487"/>
                  </a:lnTo>
                  <a:lnTo>
                    <a:pt x="11392" y="851070"/>
                  </a:lnTo>
                  <a:lnTo>
                    <a:pt x="2871" y="797443"/>
                  </a:lnTo>
                  <a:lnTo>
                    <a:pt x="0" y="743038"/>
                  </a:lnTo>
                  <a:lnTo>
                    <a:pt x="368" y="519480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object 9"/>
          <p:cNvSpPr/>
          <p:nvPr/>
        </p:nvSpPr>
        <p:spPr>
          <a:xfrm>
            <a:off x="968400" y="1963080"/>
            <a:ext cx="77184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10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Application</a:t>
            </a:r>
            <a:r>
              <a:rPr b="0" lang="en-US" sz="210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10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Complète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689"/>
              </a:spcBef>
            </a:pPr>
            <a:r>
              <a:rPr b="0" lang="en-US" sz="170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Démontre</a:t>
            </a:r>
            <a:r>
              <a:rPr b="0" lang="en-US" sz="17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54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la</a:t>
            </a:r>
            <a:r>
              <a:rPr b="0" lang="en-US" sz="17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faisabilité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3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d'une</a:t>
            </a:r>
            <a:r>
              <a:rPr b="0" lang="en-US" sz="17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application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web</a:t>
            </a:r>
            <a:r>
              <a:rPr b="0" lang="en-US" sz="17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en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technologies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natives.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1" name="object 10"/>
          <p:cNvGrpSpPr/>
          <p:nvPr/>
        </p:nvGrpSpPr>
        <p:grpSpPr>
          <a:xfrm>
            <a:off x="756720" y="3244320"/>
            <a:ext cx="7629120" cy="1262520"/>
            <a:chOff x="756720" y="3244320"/>
            <a:chExt cx="7629120" cy="1262520"/>
          </a:xfrm>
        </p:grpSpPr>
        <p:sp>
          <p:nvSpPr>
            <p:cNvPr id="172" name="object 11"/>
            <p:cNvSpPr/>
            <p:nvPr/>
          </p:nvSpPr>
          <p:spPr>
            <a:xfrm>
              <a:off x="756720" y="3244320"/>
              <a:ext cx="7629120" cy="1262520"/>
            </a:xfrm>
            <a:custGeom>
              <a:avLst/>
              <a:gdLst>
                <a:gd name="textAreaLeft" fmla="*/ 0 w 7629120"/>
                <a:gd name="textAreaRight" fmla="*/ 7629480 w 7629120"/>
                <a:gd name="textAreaTop" fmla="*/ 0 h 1262520"/>
                <a:gd name="textAreaBottom" fmla="*/ 1262880 h 1262520"/>
              </a:gdLst>
              <a:ahLst/>
              <a:cxnLst/>
              <a:rect l="textAreaLeft" t="textAreaTop" r="textAreaRight" b="textAreaBottom"/>
              <a:pathLst>
                <a:path w="7629525" h="1263014">
                  <a:moveTo>
                    <a:pt x="519849" y="0"/>
                  </a:moveTo>
                  <a:lnTo>
                    <a:pt x="465444" y="2871"/>
                  </a:lnTo>
                  <a:lnTo>
                    <a:pt x="411817" y="11392"/>
                  </a:lnTo>
                  <a:lnTo>
                    <a:pt x="359400" y="25426"/>
                  </a:lnTo>
                  <a:lnTo>
                    <a:pt x="308623" y="44835"/>
                  </a:lnTo>
                  <a:lnTo>
                    <a:pt x="259918" y="69481"/>
                  </a:lnTo>
                  <a:lnTo>
                    <a:pt x="214268" y="99240"/>
                  </a:lnTo>
                  <a:lnTo>
                    <a:pt x="172122" y="133457"/>
                  </a:lnTo>
                  <a:lnTo>
                    <a:pt x="133794" y="171838"/>
                  </a:lnTo>
                  <a:lnTo>
                    <a:pt x="99594" y="214090"/>
                  </a:lnTo>
                  <a:lnTo>
                    <a:pt x="69837" y="259918"/>
                  </a:lnTo>
                  <a:lnTo>
                    <a:pt x="45197" y="308445"/>
                  </a:lnTo>
                  <a:lnTo>
                    <a:pt x="25792" y="359115"/>
                  </a:lnTo>
                  <a:lnTo>
                    <a:pt x="11760" y="411478"/>
                  </a:lnTo>
                  <a:lnTo>
                    <a:pt x="3239" y="465083"/>
                  </a:lnTo>
                  <a:lnTo>
                    <a:pt x="368" y="519480"/>
                  </a:lnTo>
                  <a:lnTo>
                    <a:pt x="0" y="743038"/>
                  </a:lnTo>
                  <a:lnTo>
                    <a:pt x="2871" y="797443"/>
                  </a:lnTo>
                  <a:lnTo>
                    <a:pt x="11392" y="851069"/>
                  </a:lnTo>
                  <a:lnTo>
                    <a:pt x="25426" y="903485"/>
                  </a:lnTo>
                  <a:lnTo>
                    <a:pt x="44766" y="954075"/>
                  </a:lnTo>
                  <a:lnTo>
                    <a:pt x="69481" y="1002957"/>
                  </a:lnTo>
                  <a:lnTo>
                    <a:pt x="99121" y="1048429"/>
                  </a:lnTo>
                  <a:lnTo>
                    <a:pt x="99240" y="1048611"/>
                  </a:lnTo>
                  <a:lnTo>
                    <a:pt x="133457" y="1090757"/>
                  </a:lnTo>
                  <a:lnTo>
                    <a:pt x="171838" y="1129084"/>
                  </a:lnTo>
                  <a:lnTo>
                    <a:pt x="214090" y="1163281"/>
                  </a:lnTo>
                  <a:lnTo>
                    <a:pt x="259918" y="1193038"/>
                  </a:lnTo>
                  <a:lnTo>
                    <a:pt x="308445" y="1217684"/>
                  </a:lnTo>
                  <a:lnTo>
                    <a:pt x="359115" y="1237092"/>
                  </a:lnTo>
                  <a:lnTo>
                    <a:pt x="411478" y="1251127"/>
                  </a:lnTo>
                  <a:lnTo>
                    <a:pt x="465083" y="1259648"/>
                  </a:lnTo>
                  <a:lnTo>
                    <a:pt x="519480" y="1262519"/>
                  </a:lnTo>
                  <a:lnTo>
                    <a:pt x="7110006" y="1262519"/>
                  </a:lnTo>
                  <a:lnTo>
                    <a:pt x="7164406" y="1259648"/>
                  </a:lnTo>
                  <a:lnTo>
                    <a:pt x="7218031" y="1251127"/>
                  </a:lnTo>
                  <a:lnTo>
                    <a:pt x="7270448" y="1237092"/>
                  </a:lnTo>
                  <a:lnTo>
                    <a:pt x="7321223" y="1217684"/>
                  </a:lnTo>
                  <a:lnTo>
                    <a:pt x="7369924" y="1193038"/>
                  </a:lnTo>
                  <a:lnTo>
                    <a:pt x="7415574" y="1163281"/>
                  </a:lnTo>
                  <a:lnTo>
                    <a:pt x="7457696" y="1129084"/>
                  </a:lnTo>
                  <a:lnTo>
                    <a:pt x="7495975" y="1090757"/>
                  </a:lnTo>
                  <a:lnTo>
                    <a:pt x="7530249" y="1048429"/>
                  </a:lnTo>
                  <a:lnTo>
                    <a:pt x="7560005" y="1002601"/>
                  </a:lnTo>
                  <a:lnTo>
                    <a:pt x="7584553" y="954257"/>
                  </a:lnTo>
                  <a:lnTo>
                    <a:pt x="7584646" y="954075"/>
                  </a:lnTo>
                  <a:lnTo>
                    <a:pt x="7604025" y="903485"/>
                  </a:lnTo>
                  <a:lnTo>
                    <a:pt x="7618084" y="851069"/>
                  </a:lnTo>
                  <a:lnTo>
                    <a:pt x="7626614" y="797443"/>
                  </a:lnTo>
                  <a:lnTo>
                    <a:pt x="7629486" y="743038"/>
                  </a:lnTo>
                  <a:lnTo>
                    <a:pt x="7629467" y="519480"/>
                  </a:lnTo>
                  <a:lnTo>
                    <a:pt x="7626614" y="465444"/>
                  </a:lnTo>
                  <a:lnTo>
                    <a:pt x="7618090" y="411817"/>
                  </a:lnTo>
                  <a:lnTo>
                    <a:pt x="7604054" y="359400"/>
                  </a:lnTo>
                  <a:lnTo>
                    <a:pt x="7584646" y="308623"/>
                  </a:lnTo>
                  <a:lnTo>
                    <a:pt x="7560005" y="259918"/>
                  </a:lnTo>
                  <a:lnTo>
                    <a:pt x="7530246" y="214268"/>
                  </a:lnTo>
                  <a:lnTo>
                    <a:pt x="7496029" y="172122"/>
                  </a:lnTo>
                  <a:lnTo>
                    <a:pt x="7457648" y="133794"/>
                  </a:lnTo>
                  <a:lnTo>
                    <a:pt x="7415396" y="99594"/>
                  </a:lnTo>
                  <a:lnTo>
                    <a:pt x="7369568" y="69837"/>
                  </a:lnTo>
                  <a:lnTo>
                    <a:pt x="7321041" y="45197"/>
                  </a:lnTo>
                  <a:lnTo>
                    <a:pt x="7270371" y="25792"/>
                  </a:lnTo>
                  <a:lnTo>
                    <a:pt x="7218008" y="11760"/>
                  </a:lnTo>
                  <a:lnTo>
                    <a:pt x="7164403" y="3239"/>
                  </a:lnTo>
                  <a:lnTo>
                    <a:pt x="7110006" y="368"/>
                  </a:lnTo>
                  <a:lnTo>
                    <a:pt x="519849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object 12"/>
            <p:cNvSpPr/>
            <p:nvPr/>
          </p:nvSpPr>
          <p:spPr>
            <a:xfrm>
              <a:off x="756720" y="3244320"/>
              <a:ext cx="7629120" cy="1262520"/>
            </a:xfrm>
            <a:custGeom>
              <a:avLst/>
              <a:gdLst>
                <a:gd name="textAreaLeft" fmla="*/ 0 w 7629120"/>
                <a:gd name="textAreaRight" fmla="*/ 7629480 w 7629120"/>
                <a:gd name="textAreaTop" fmla="*/ 0 h 1262520"/>
                <a:gd name="textAreaBottom" fmla="*/ 1262880 h 1262520"/>
              </a:gdLst>
              <a:ahLst/>
              <a:cxnLst/>
              <a:rect l="textAreaLeft" t="textAreaTop" r="textAreaRight" b="textAreaBottom"/>
              <a:pathLst>
                <a:path w="7629525" h="1263014">
                  <a:moveTo>
                    <a:pt x="368" y="519480"/>
                  </a:moveTo>
                  <a:lnTo>
                    <a:pt x="3239" y="465083"/>
                  </a:lnTo>
                  <a:lnTo>
                    <a:pt x="11760" y="411478"/>
                  </a:lnTo>
                  <a:lnTo>
                    <a:pt x="25792" y="359115"/>
                  </a:lnTo>
                  <a:lnTo>
                    <a:pt x="45197" y="308445"/>
                  </a:lnTo>
                  <a:lnTo>
                    <a:pt x="69837" y="259918"/>
                  </a:lnTo>
                  <a:lnTo>
                    <a:pt x="99594" y="214090"/>
                  </a:lnTo>
                  <a:lnTo>
                    <a:pt x="133794" y="171838"/>
                  </a:lnTo>
                  <a:lnTo>
                    <a:pt x="172122" y="133457"/>
                  </a:lnTo>
                  <a:lnTo>
                    <a:pt x="214268" y="99240"/>
                  </a:lnTo>
                  <a:lnTo>
                    <a:pt x="259918" y="69481"/>
                  </a:lnTo>
                  <a:lnTo>
                    <a:pt x="308623" y="44835"/>
                  </a:lnTo>
                  <a:lnTo>
                    <a:pt x="359400" y="25426"/>
                  </a:lnTo>
                  <a:lnTo>
                    <a:pt x="411817" y="11392"/>
                  </a:lnTo>
                  <a:lnTo>
                    <a:pt x="465444" y="2871"/>
                  </a:lnTo>
                  <a:lnTo>
                    <a:pt x="519849" y="0"/>
                  </a:lnTo>
                  <a:lnTo>
                    <a:pt x="7110006" y="368"/>
                  </a:lnTo>
                  <a:lnTo>
                    <a:pt x="7164403" y="3239"/>
                  </a:lnTo>
                  <a:lnTo>
                    <a:pt x="7218008" y="11760"/>
                  </a:lnTo>
                  <a:lnTo>
                    <a:pt x="7270371" y="25792"/>
                  </a:lnTo>
                  <a:lnTo>
                    <a:pt x="7321041" y="45197"/>
                  </a:lnTo>
                  <a:lnTo>
                    <a:pt x="7369568" y="69837"/>
                  </a:lnTo>
                  <a:lnTo>
                    <a:pt x="7415396" y="99594"/>
                  </a:lnTo>
                  <a:lnTo>
                    <a:pt x="7457648" y="133794"/>
                  </a:lnTo>
                  <a:lnTo>
                    <a:pt x="7496029" y="172122"/>
                  </a:lnTo>
                  <a:lnTo>
                    <a:pt x="7530246" y="214268"/>
                  </a:lnTo>
                  <a:lnTo>
                    <a:pt x="7560005" y="259918"/>
                  </a:lnTo>
                  <a:lnTo>
                    <a:pt x="7584646" y="308623"/>
                  </a:lnTo>
                  <a:lnTo>
                    <a:pt x="7604054" y="359400"/>
                  </a:lnTo>
                  <a:lnTo>
                    <a:pt x="7618090" y="411817"/>
                  </a:lnTo>
                  <a:lnTo>
                    <a:pt x="7626614" y="465444"/>
                  </a:lnTo>
                  <a:lnTo>
                    <a:pt x="7629486" y="519849"/>
                  </a:lnTo>
                  <a:lnTo>
                    <a:pt x="7629486" y="743038"/>
                  </a:lnTo>
                  <a:lnTo>
                    <a:pt x="7626614" y="797441"/>
                  </a:lnTo>
                  <a:lnTo>
                    <a:pt x="7618090" y="851047"/>
                  </a:lnTo>
                  <a:lnTo>
                    <a:pt x="7604054" y="903408"/>
                  </a:lnTo>
                  <a:lnTo>
                    <a:pt x="7584646" y="954075"/>
                  </a:lnTo>
                  <a:lnTo>
                    <a:pt x="7560005" y="1002601"/>
                  </a:lnTo>
                  <a:lnTo>
                    <a:pt x="7530249" y="1048429"/>
                  </a:lnTo>
                  <a:lnTo>
                    <a:pt x="7496052" y="1090680"/>
                  </a:lnTo>
                  <a:lnTo>
                    <a:pt x="7457724" y="1129062"/>
                  </a:lnTo>
                  <a:lnTo>
                    <a:pt x="7415578" y="1163279"/>
                  </a:lnTo>
                  <a:lnTo>
                    <a:pt x="7369924" y="1193038"/>
                  </a:lnTo>
                  <a:lnTo>
                    <a:pt x="7321223" y="1217684"/>
                  </a:lnTo>
                  <a:lnTo>
                    <a:pt x="7270448" y="1237092"/>
                  </a:lnTo>
                  <a:lnTo>
                    <a:pt x="7218031" y="1251127"/>
                  </a:lnTo>
                  <a:lnTo>
                    <a:pt x="7164406" y="1259648"/>
                  </a:lnTo>
                  <a:lnTo>
                    <a:pt x="7110006" y="1262519"/>
                  </a:lnTo>
                  <a:lnTo>
                    <a:pt x="519480" y="1262519"/>
                  </a:lnTo>
                  <a:lnTo>
                    <a:pt x="465083" y="1259648"/>
                  </a:lnTo>
                  <a:lnTo>
                    <a:pt x="411478" y="1251127"/>
                  </a:lnTo>
                  <a:lnTo>
                    <a:pt x="359115" y="1237092"/>
                  </a:lnTo>
                  <a:lnTo>
                    <a:pt x="308445" y="1217684"/>
                  </a:lnTo>
                  <a:lnTo>
                    <a:pt x="259918" y="1193038"/>
                  </a:lnTo>
                  <a:lnTo>
                    <a:pt x="214090" y="1163281"/>
                  </a:lnTo>
                  <a:lnTo>
                    <a:pt x="171838" y="1129084"/>
                  </a:lnTo>
                  <a:lnTo>
                    <a:pt x="133457" y="1090757"/>
                  </a:lnTo>
                  <a:lnTo>
                    <a:pt x="99240" y="1048611"/>
                  </a:lnTo>
                  <a:lnTo>
                    <a:pt x="69481" y="1002957"/>
                  </a:lnTo>
                  <a:lnTo>
                    <a:pt x="44835" y="954257"/>
                  </a:lnTo>
                  <a:lnTo>
                    <a:pt x="25426" y="903485"/>
                  </a:lnTo>
                  <a:lnTo>
                    <a:pt x="11392" y="851069"/>
                  </a:lnTo>
                  <a:lnTo>
                    <a:pt x="2871" y="797443"/>
                  </a:lnTo>
                  <a:lnTo>
                    <a:pt x="0" y="743038"/>
                  </a:lnTo>
                  <a:lnTo>
                    <a:pt x="368" y="519480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4" name="object 13"/>
          <p:cNvSpPr/>
          <p:nvPr/>
        </p:nvSpPr>
        <p:spPr>
          <a:xfrm>
            <a:off x="968400" y="3472920"/>
            <a:ext cx="74174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10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Compréhension</a:t>
            </a:r>
            <a:r>
              <a:rPr b="0" lang="en-US" sz="21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1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Approfondie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689"/>
              </a:spcBef>
            </a:pPr>
            <a:r>
              <a:rPr b="0" lang="en-US" sz="1700" spc="8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Maîtrise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3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des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mécanismes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fondamentaux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3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du</a:t>
            </a:r>
            <a:r>
              <a:rPr b="0" lang="en-US" sz="1700" spc="4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développement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web.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5" name="object 14"/>
          <p:cNvGrpSpPr/>
          <p:nvPr/>
        </p:nvGrpSpPr>
        <p:grpSpPr>
          <a:xfrm>
            <a:off x="756720" y="4722480"/>
            <a:ext cx="7629120" cy="1262520"/>
            <a:chOff x="756720" y="4722480"/>
            <a:chExt cx="7629120" cy="1262520"/>
          </a:xfrm>
        </p:grpSpPr>
        <p:sp>
          <p:nvSpPr>
            <p:cNvPr id="176" name="object 15"/>
            <p:cNvSpPr/>
            <p:nvPr/>
          </p:nvSpPr>
          <p:spPr>
            <a:xfrm>
              <a:off x="756720" y="4722480"/>
              <a:ext cx="7629120" cy="1262520"/>
            </a:xfrm>
            <a:custGeom>
              <a:avLst/>
              <a:gdLst>
                <a:gd name="textAreaLeft" fmla="*/ 0 w 7629120"/>
                <a:gd name="textAreaRight" fmla="*/ 7629480 w 7629120"/>
                <a:gd name="textAreaTop" fmla="*/ 0 h 1262520"/>
                <a:gd name="textAreaBottom" fmla="*/ 1262880 h 1262520"/>
              </a:gdLst>
              <a:ahLst/>
              <a:cxnLst/>
              <a:rect l="textAreaLeft" t="textAreaTop" r="textAreaRight" b="textAreaBottom"/>
              <a:pathLst>
                <a:path w="7629525" h="1263014">
                  <a:moveTo>
                    <a:pt x="519849" y="0"/>
                  </a:moveTo>
                  <a:lnTo>
                    <a:pt x="465444" y="2871"/>
                  </a:lnTo>
                  <a:lnTo>
                    <a:pt x="411817" y="11392"/>
                  </a:lnTo>
                  <a:lnTo>
                    <a:pt x="359400" y="25426"/>
                  </a:lnTo>
                  <a:lnTo>
                    <a:pt x="308623" y="44835"/>
                  </a:lnTo>
                  <a:lnTo>
                    <a:pt x="259918" y="69481"/>
                  </a:lnTo>
                  <a:lnTo>
                    <a:pt x="214268" y="99240"/>
                  </a:lnTo>
                  <a:lnTo>
                    <a:pt x="172122" y="133457"/>
                  </a:lnTo>
                  <a:lnTo>
                    <a:pt x="133794" y="171838"/>
                  </a:lnTo>
                  <a:lnTo>
                    <a:pt x="99594" y="214090"/>
                  </a:lnTo>
                  <a:lnTo>
                    <a:pt x="69837" y="259918"/>
                  </a:lnTo>
                  <a:lnTo>
                    <a:pt x="45197" y="308443"/>
                  </a:lnTo>
                  <a:lnTo>
                    <a:pt x="25792" y="359111"/>
                  </a:lnTo>
                  <a:lnTo>
                    <a:pt x="11760" y="411472"/>
                  </a:lnTo>
                  <a:lnTo>
                    <a:pt x="3239" y="465078"/>
                  </a:lnTo>
                  <a:lnTo>
                    <a:pt x="368" y="519480"/>
                  </a:lnTo>
                  <a:lnTo>
                    <a:pt x="0" y="743038"/>
                  </a:lnTo>
                  <a:lnTo>
                    <a:pt x="2871" y="797443"/>
                  </a:lnTo>
                  <a:lnTo>
                    <a:pt x="11392" y="851069"/>
                  </a:lnTo>
                  <a:lnTo>
                    <a:pt x="25426" y="903485"/>
                  </a:lnTo>
                  <a:lnTo>
                    <a:pt x="44766" y="954075"/>
                  </a:lnTo>
                  <a:lnTo>
                    <a:pt x="44835" y="954257"/>
                  </a:lnTo>
                  <a:lnTo>
                    <a:pt x="69481" y="1002957"/>
                  </a:lnTo>
                  <a:lnTo>
                    <a:pt x="99121" y="1048429"/>
                  </a:lnTo>
                  <a:lnTo>
                    <a:pt x="99240" y="1048611"/>
                  </a:lnTo>
                  <a:lnTo>
                    <a:pt x="133457" y="1090757"/>
                  </a:lnTo>
                  <a:lnTo>
                    <a:pt x="171838" y="1129084"/>
                  </a:lnTo>
                  <a:lnTo>
                    <a:pt x="214090" y="1163281"/>
                  </a:lnTo>
                  <a:lnTo>
                    <a:pt x="259918" y="1193038"/>
                  </a:lnTo>
                  <a:lnTo>
                    <a:pt x="308445" y="1217684"/>
                  </a:lnTo>
                  <a:lnTo>
                    <a:pt x="359115" y="1237092"/>
                  </a:lnTo>
                  <a:lnTo>
                    <a:pt x="411478" y="1251127"/>
                  </a:lnTo>
                  <a:lnTo>
                    <a:pt x="465083" y="1259648"/>
                  </a:lnTo>
                  <a:lnTo>
                    <a:pt x="519480" y="1262519"/>
                  </a:lnTo>
                  <a:lnTo>
                    <a:pt x="7110006" y="1262519"/>
                  </a:lnTo>
                  <a:lnTo>
                    <a:pt x="7164406" y="1259648"/>
                  </a:lnTo>
                  <a:lnTo>
                    <a:pt x="7218031" y="1251127"/>
                  </a:lnTo>
                  <a:lnTo>
                    <a:pt x="7270448" y="1237092"/>
                  </a:lnTo>
                  <a:lnTo>
                    <a:pt x="7321223" y="1217684"/>
                  </a:lnTo>
                  <a:lnTo>
                    <a:pt x="7369924" y="1193038"/>
                  </a:lnTo>
                  <a:lnTo>
                    <a:pt x="7415574" y="1163281"/>
                  </a:lnTo>
                  <a:lnTo>
                    <a:pt x="7457696" y="1129084"/>
                  </a:lnTo>
                  <a:lnTo>
                    <a:pt x="7495975" y="1090757"/>
                  </a:lnTo>
                  <a:lnTo>
                    <a:pt x="7530249" y="1048429"/>
                  </a:lnTo>
                  <a:lnTo>
                    <a:pt x="7560005" y="1002601"/>
                  </a:lnTo>
                  <a:lnTo>
                    <a:pt x="7584553" y="954257"/>
                  </a:lnTo>
                  <a:lnTo>
                    <a:pt x="7584646" y="954075"/>
                  </a:lnTo>
                  <a:lnTo>
                    <a:pt x="7604025" y="903485"/>
                  </a:lnTo>
                  <a:lnTo>
                    <a:pt x="7618084" y="851069"/>
                  </a:lnTo>
                  <a:lnTo>
                    <a:pt x="7626614" y="797443"/>
                  </a:lnTo>
                  <a:lnTo>
                    <a:pt x="7629486" y="743038"/>
                  </a:lnTo>
                  <a:lnTo>
                    <a:pt x="7629468" y="519480"/>
                  </a:lnTo>
                  <a:lnTo>
                    <a:pt x="7626614" y="465431"/>
                  </a:lnTo>
                  <a:lnTo>
                    <a:pt x="7618090" y="411805"/>
                  </a:lnTo>
                  <a:lnTo>
                    <a:pt x="7604054" y="359390"/>
                  </a:lnTo>
                  <a:lnTo>
                    <a:pt x="7584646" y="308617"/>
                  </a:lnTo>
                  <a:lnTo>
                    <a:pt x="7560005" y="259918"/>
                  </a:lnTo>
                  <a:lnTo>
                    <a:pt x="7530246" y="214263"/>
                  </a:lnTo>
                  <a:lnTo>
                    <a:pt x="7496029" y="172117"/>
                  </a:lnTo>
                  <a:lnTo>
                    <a:pt x="7457648" y="133790"/>
                  </a:lnTo>
                  <a:lnTo>
                    <a:pt x="7415396" y="99593"/>
                  </a:lnTo>
                  <a:lnTo>
                    <a:pt x="7369568" y="69837"/>
                  </a:lnTo>
                  <a:lnTo>
                    <a:pt x="7321041" y="45191"/>
                  </a:lnTo>
                  <a:lnTo>
                    <a:pt x="7270371" y="25782"/>
                  </a:lnTo>
                  <a:lnTo>
                    <a:pt x="7218008" y="11748"/>
                  </a:lnTo>
                  <a:lnTo>
                    <a:pt x="7164403" y="3226"/>
                  </a:lnTo>
                  <a:lnTo>
                    <a:pt x="7110006" y="355"/>
                  </a:lnTo>
                  <a:lnTo>
                    <a:pt x="519849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object 16"/>
            <p:cNvSpPr/>
            <p:nvPr/>
          </p:nvSpPr>
          <p:spPr>
            <a:xfrm>
              <a:off x="756720" y="4722480"/>
              <a:ext cx="7629120" cy="1262520"/>
            </a:xfrm>
            <a:custGeom>
              <a:avLst/>
              <a:gdLst>
                <a:gd name="textAreaLeft" fmla="*/ 0 w 7629120"/>
                <a:gd name="textAreaRight" fmla="*/ 7629480 w 7629120"/>
                <a:gd name="textAreaTop" fmla="*/ 0 h 1262520"/>
                <a:gd name="textAreaBottom" fmla="*/ 1262880 h 1262520"/>
              </a:gdLst>
              <a:ahLst/>
              <a:cxnLst/>
              <a:rect l="textAreaLeft" t="textAreaTop" r="textAreaRight" b="textAreaBottom"/>
              <a:pathLst>
                <a:path w="7629525" h="1263014">
                  <a:moveTo>
                    <a:pt x="368" y="519480"/>
                  </a:moveTo>
                  <a:lnTo>
                    <a:pt x="3239" y="465078"/>
                  </a:lnTo>
                  <a:lnTo>
                    <a:pt x="11760" y="411472"/>
                  </a:lnTo>
                  <a:lnTo>
                    <a:pt x="25792" y="359111"/>
                  </a:lnTo>
                  <a:lnTo>
                    <a:pt x="45197" y="308443"/>
                  </a:lnTo>
                  <a:lnTo>
                    <a:pt x="69837" y="259918"/>
                  </a:lnTo>
                  <a:lnTo>
                    <a:pt x="99594" y="214090"/>
                  </a:lnTo>
                  <a:lnTo>
                    <a:pt x="133794" y="171838"/>
                  </a:lnTo>
                  <a:lnTo>
                    <a:pt x="172122" y="133457"/>
                  </a:lnTo>
                  <a:lnTo>
                    <a:pt x="214268" y="99240"/>
                  </a:lnTo>
                  <a:lnTo>
                    <a:pt x="259918" y="69481"/>
                  </a:lnTo>
                  <a:lnTo>
                    <a:pt x="308623" y="44835"/>
                  </a:lnTo>
                  <a:lnTo>
                    <a:pt x="359400" y="25426"/>
                  </a:lnTo>
                  <a:lnTo>
                    <a:pt x="411817" y="11392"/>
                  </a:lnTo>
                  <a:lnTo>
                    <a:pt x="465444" y="2871"/>
                  </a:lnTo>
                  <a:lnTo>
                    <a:pt x="519849" y="0"/>
                  </a:lnTo>
                  <a:lnTo>
                    <a:pt x="7110006" y="355"/>
                  </a:lnTo>
                  <a:lnTo>
                    <a:pt x="7164403" y="3226"/>
                  </a:lnTo>
                  <a:lnTo>
                    <a:pt x="7218008" y="11748"/>
                  </a:lnTo>
                  <a:lnTo>
                    <a:pt x="7270371" y="25782"/>
                  </a:lnTo>
                  <a:lnTo>
                    <a:pt x="7321041" y="45191"/>
                  </a:lnTo>
                  <a:lnTo>
                    <a:pt x="7369568" y="69837"/>
                  </a:lnTo>
                  <a:lnTo>
                    <a:pt x="7415396" y="99593"/>
                  </a:lnTo>
                  <a:lnTo>
                    <a:pt x="7457648" y="133790"/>
                  </a:lnTo>
                  <a:lnTo>
                    <a:pt x="7496029" y="172117"/>
                  </a:lnTo>
                  <a:lnTo>
                    <a:pt x="7530246" y="214263"/>
                  </a:lnTo>
                  <a:lnTo>
                    <a:pt x="7560005" y="259918"/>
                  </a:lnTo>
                  <a:lnTo>
                    <a:pt x="7584646" y="308617"/>
                  </a:lnTo>
                  <a:lnTo>
                    <a:pt x="7604054" y="359390"/>
                  </a:lnTo>
                  <a:lnTo>
                    <a:pt x="7618090" y="411805"/>
                  </a:lnTo>
                  <a:lnTo>
                    <a:pt x="7626614" y="465431"/>
                  </a:lnTo>
                  <a:lnTo>
                    <a:pt x="7629486" y="519836"/>
                  </a:lnTo>
                  <a:lnTo>
                    <a:pt x="7629486" y="743038"/>
                  </a:lnTo>
                  <a:lnTo>
                    <a:pt x="7626614" y="797441"/>
                  </a:lnTo>
                  <a:lnTo>
                    <a:pt x="7618090" y="851047"/>
                  </a:lnTo>
                  <a:lnTo>
                    <a:pt x="7604054" y="903408"/>
                  </a:lnTo>
                  <a:lnTo>
                    <a:pt x="7584646" y="954075"/>
                  </a:lnTo>
                  <a:lnTo>
                    <a:pt x="7560005" y="1002601"/>
                  </a:lnTo>
                  <a:lnTo>
                    <a:pt x="7530249" y="1048429"/>
                  </a:lnTo>
                  <a:lnTo>
                    <a:pt x="7496052" y="1090680"/>
                  </a:lnTo>
                  <a:lnTo>
                    <a:pt x="7457724" y="1129062"/>
                  </a:lnTo>
                  <a:lnTo>
                    <a:pt x="7415578" y="1163279"/>
                  </a:lnTo>
                  <a:lnTo>
                    <a:pt x="7369924" y="1193038"/>
                  </a:lnTo>
                  <a:lnTo>
                    <a:pt x="7321223" y="1217684"/>
                  </a:lnTo>
                  <a:lnTo>
                    <a:pt x="7270448" y="1237092"/>
                  </a:lnTo>
                  <a:lnTo>
                    <a:pt x="7218031" y="1251127"/>
                  </a:lnTo>
                  <a:lnTo>
                    <a:pt x="7164406" y="1259648"/>
                  </a:lnTo>
                  <a:lnTo>
                    <a:pt x="7110006" y="1262519"/>
                  </a:lnTo>
                  <a:lnTo>
                    <a:pt x="519480" y="1262519"/>
                  </a:lnTo>
                  <a:lnTo>
                    <a:pt x="465083" y="1259648"/>
                  </a:lnTo>
                  <a:lnTo>
                    <a:pt x="411478" y="1251127"/>
                  </a:lnTo>
                  <a:lnTo>
                    <a:pt x="359115" y="1237092"/>
                  </a:lnTo>
                  <a:lnTo>
                    <a:pt x="308445" y="1217684"/>
                  </a:lnTo>
                  <a:lnTo>
                    <a:pt x="259918" y="1193038"/>
                  </a:lnTo>
                  <a:lnTo>
                    <a:pt x="214090" y="1163281"/>
                  </a:lnTo>
                  <a:lnTo>
                    <a:pt x="171838" y="1129084"/>
                  </a:lnTo>
                  <a:lnTo>
                    <a:pt x="133457" y="1090757"/>
                  </a:lnTo>
                  <a:lnTo>
                    <a:pt x="99240" y="1048611"/>
                  </a:lnTo>
                  <a:lnTo>
                    <a:pt x="69481" y="1002957"/>
                  </a:lnTo>
                  <a:lnTo>
                    <a:pt x="44835" y="954257"/>
                  </a:lnTo>
                  <a:lnTo>
                    <a:pt x="25426" y="903485"/>
                  </a:lnTo>
                  <a:lnTo>
                    <a:pt x="11392" y="851069"/>
                  </a:lnTo>
                  <a:lnTo>
                    <a:pt x="2871" y="797443"/>
                  </a:lnTo>
                  <a:lnTo>
                    <a:pt x="0" y="743038"/>
                  </a:lnTo>
                  <a:lnTo>
                    <a:pt x="368" y="519480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" name="object 17"/>
          <p:cNvSpPr/>
          <p:nvPr/>
        </p:nvSpPr>
        <p:spPr>
          <a:xfrm>
            <a:off x="968400" y="4951080"/>
            <a:ext cx="7261200" cy="8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10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Expérience</a:t>
            </a:r>
            <a:r>
              <a:rPr b="0" lang="en-US" sz="21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100" spc="7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Utilisateur</a:t>
            </a:r>
            <a:r>
              <a:rPr b="0" lang="en-US" sz="21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100" spc="96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Riche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689"/>
              </a:spcBef>
            </a:pPr>
            <a:r>
              <a:rPr b="0" lang="en-US" sz="1700" spc="11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Combinaison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services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9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externes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et </a:t>
            </a:r>
            <a:r>
              <a:rPr b="0" lang="en-US" sz="170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de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13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stockage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-1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local.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9" name="object 18"/>
          <p:cNvGrpSpPr/>
          <p:nvPr/>
        </p:nvGrpSpPr>
        <p:grpSpPr>
          <a:xfrm>
            <a:off x="756720" y="6201000"/>
            <a:ext cx="7629120" cy="1262520"/>
            <a:chOff x="756720" y="6201000"/>
            <a:chExt cx="7629120" cy="1262520"/>
          </a:xfrm>
        </p:grpSpPr>
        <p:sp>
          <p:nvSpPr>
            <p:cNvPr id="180" name="object 19"/>
            <p:cNvSpPr/>
            <p:nvPr/>
          </p:nvSpPr>
          <p:spPr>
            <a:xfrm>
              <a:off x="756720" y="6201000"/>
              <a:ext cx="7629120" cy="1262520"/>
            </a:xfrm>
            <a:custGeom>
              <a:avLst/>
              <a:gdLst>
                <a:gd name="textAreaLeft" fmla="*/ 0 w 7629120"/>
                <a:gd name="textAreaRight" fmla="*/ 7629480 w 7629120"/>
                <a:gd name="textAreaTop" fmla="*/ 0 h 1262520"/>
                <a:gd name="textAreaBottom" fmla="*/ 1262880 h 1262520"/>
              </a:gdLst>
              <a:ahLst/>
              <a:cxnLst/>
              <a:rect l="textAreaLeft" t="textAreaTop" r="textAreaRight" b="textAreaBottom"/>
              <a:pathLst>
                <a:path w="7629525" h="1263015">
                  <a:moveTo>
                    <a:pt x="519849" y="0"/>
                  </a:moveTo>
                  <a:lnTo>
                    <a:pt x="465444" y="2871"/>
                  </a:lnTo>
                  <a:lnTo>
                    <a:pt x="411817" y="11392"/>
                  </a:lnTo>
                  <a:lnTo>
                    <a:pt x="359400" y="25426"/>
                  </a:lnTo>
                  <a:lnTo>
                    <a:pt x="308623" y="44835"/>
                  </a:lnTo>
                  <a:lnTo>
                    <a:pt x="259918" y="69481"/>
                  </a:lnTo>
                  <a:lnTo>
                    <a:pt x="214268" y="99240"/>
                  </a:lnTo>
                  <a:lnTo>
                    <a:pt x="172122" y="133457"/>
                  </a:lnTo>
                  <a:lnTo>
                    <a:pt x="133794" y="171838"/>
                  </a:lnTo>
                  <a:lnTo>
                    <a:pt x="99594" y="214090"/>
                  </a:lnTo>
                  <a:lnTo>
                    <a:pt x="69837" y="259918"/>
                  </a:lnTo>
                  <a:lnTo>
                    <a:pt x="45197" y="308443"/>
                  </a:lnTo>
                  <a:lnTo>
                    <a:pt x="25792" y="359111"/>
                  </a:lnTo>
                  <a:lnTo>
                    <a:pt x="11760" y="411472"/>
                  </a:lnTo>
                  <a:lnTo>
                    <a:pt x="3239" y="465078"/>
                  </a:lnTo>
                  <a:lnTo>
                    <a:pt x="368" y="519480"/>
                  </a:lnTo>
                  <a:lnTo>
                    <a:pt x="0" y="743038"/>
                  </a:lnTo>
                  <a:lnTo>
                    <a:pt x="2871" y="797438"/>
                  </a:lnTo>
                  <a:lnTo>
                    <a:pt x="11392" y="851064"/>
                  </a:lnTo>
                  <a:lnTo>
                    <a:pt x="25426" y="903481"/>
                  </a:lnTo>
                  <a:lnTo>
                    <a:pt x="44766" y="954074"/>
                  </a:lnTo>
                  <a:lnTo>
                    <a:pt x="69481" y="1002957"/>
                  </a:lnTo>
                  <a:lnTo>
                    <a:pt x="99121" y="1048429"/>
                  </a:lnTo>
                  <a:lnTo>
                    <a:pt x="99240" y="1048611"/>
                  </a:lnTo>
                  <a:lnTo>
                    <a:pt x="133457" y="1090757"/>
                  </a:lnTo>
                  <a:lnTo>
                    <a:pt x="171838" y="1129084"/>
                  </a:lnTo>
                  <a:lnTo>
                    <a:pt x="214090" y="1163281"/>
                  </a:lnTo>
                  <a:lnTo>
                    <a:pt x="259918" y="1193037"/>
                  </a:lnTo>
                  <a:lnTo>
                    <a:pt x="308445" y="1217684"/>
                  </a:lnTo>
                  <a:lnTo>
                    <a:pt x="359115" y="1237092"/>
                  </a:lnTo>
                  <a:lnTo>
                    <a:pt x="411478" y="1251127"/>
                  </a:lnTo>
                  <a:lnTo>
                    <a:pt x="465083" y="1259648"/>
                  </a:lnTo>
                  <a:lnTo>
                    <a:pt x="519480" y="1262519"/>
                  </a:lnTo>
                  <a:lnTo>
                    <a:pt x="7110006" y="1262519"/>
                  </a:lnTo>
                  <a:lnTo>
                    <a:pt x="7164406" y="1259648"/>
                  </a:lnTo>
                  <a:lnTo>
                    <a:pt x="7218031" y="1251127"/>
                  </a:lnTo>
                  <a:lnTo>
                    <a:pt x="7270448" y="1237092"/>
                  </a:lnTo>
                  <a:lnTo>
                    <a:pt x="7321223" y="1217684"/>
                  </a:lnTo>
                  <a:lnTo>
                    <a:pt x="7369924" y="1193037"/>
                  </a:lnTo>
                  <a:lnTo>
                    <a:pt x="7415574" y="1163281"/>
                  </a:lnTo>
                  <a:lnTo>
                    <a:pt x="7457696" y="1129084"/>
                  </a:lnTo>
                  <a:lnTo>
                    <a:pt x="7495975" y="1090757"/>
                  </a:lnTo>
                  <a:lnTo>
                    <a:pt x="7530249" y="1048429"/>
                  </a:lnTo>
                  <a:lnTo>
                    <a:pt x="7560005" y="1002601"/>
                  </a:lnTo>
                  <a:lnTo>
                    <a:pt x="7584553" y="954256"/>
                  </a:lnTo>
                  <a:lnTo>
                    <a:pt x="7604025" y="903481"/>
                  </a:lnTo>
                  <a:lnTo>
                    <a:pt x="7618084" y="851064"/>
                  </a:lnTo>
                  <a:lnTo>
                    <a:pt x="7626614" y="797438"/>
                  </a:lnTo>
                  <a:lnTo>
                    <a:pt x="7629486" y="743038"/>
                  </a:lnTo>
                  <a:lnTo>
                    <a:pt x="7629468" y="519480"/>
                  </a:lnTo>
                  <a:lnTo>
                    <a:pt x="7626614" y="465431"/>
                  </a:lnTo>
                  <a:lnTo>
                    <a:pt x="7618090" y="411805"/>
                  </a:lnTo>
                  <a:lnTo>
                    <a:pt x="7604054" y="359390"/>
                  </a:lnTo>
                  <a:lnTo>
                    <a:pt x="7584646" y="308617"/>
                  </a:lnTo>
                  <a:lnTo>
                    <a:pt x="7560005" y="259918"/>
                  </a:lnTo>
                  <a:lnTo>
                    <a:pt x="7530246" y="214263"/>
                  </a:lnTo>
                  <a:lnTo>
                    <a:pt x="7496029" y="172117"/>
                  </a:lnTo>
                  <a:lnTo>
                    <a:pt x="7457648" y="133790"/>
                  </a:lnTo>
                  <a:lnTo>
                    <a:pt x="7415396" y="99593"/>
                  </a:lnTo>
                  <a:lnTo>
                    <a:pt x="7369568" y="69837"/>
                  </a:lnTo>
                  <a:lnTo>
                    <a:pt x="7321041" y="45191"/>
                  </a:lnTo>
                  <a:lnTo>
                    <a:pt x="7270371" y="25782"/>
                  </a:lnTo>
                  <a:lnTo>
                    <a:pt x="7218008" y="11748"/>
                  </a:lnTo>
                  <a:lnTo>
                    <a:pt x="7164403" y="3226"/>
                  </a:lnTo>
                  <a:lnTo>
                    <a:pt x="7110006" y="355"/>
                  </a:lnTo>
                  <a:lnTo>
                    <a:pt x="519849" y="0"/>
                  </a:lnTo>
                  <a:close/>
                </a:path>
              </a:pathLst>
            </a:custGeom>
            <a:solidFill>
              <a:srgbClr val="f6e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object 20"/>
            <p:cNvSpPr/>
            <p:nvPr/>
          </p:nvSpPr>
          <p:spPr>
            <a:xfrm>
              <a:off x="756720" y="6201000"/>
              <a:ext cx="7629120" cy="1262520"/>
            </a:xfrm>
            <a:custGeom>
              <a:avLst/>
              <a:gdLst>
                <a:gd name="textAreaLeft" fmla="*/ 0 w 7629120"/>
                <a:gd name="textAreaRight" fmla="*/ 7629480 w 7629120"/>
                <a:gd name="textAreaTop" fmla="*/ 0 h 1262520"/>
                <a:gd name="textAreaBottom" fmla="*/ 1262880 h 1262520"/>
              </a:gdLst>
              <a:ahLst/>
              <a:cxnLst/>
              <a:rect l="textAreaLeft" t="textAreaTop" r="textAreaRight" b="textAreaBottom"/>
              <a:pathLst>
                <a:path w="7629525" h="1263015">
                  <a:moveTo>
                    <a:pt x="368" y="519480"/>
                  </a:moveTo>
                  <a:lnTo>
                    <a:pt x="3239" y="465078"/>
                  </a:lnTo>
                  <a:lnTo>
                    <a:pt x="11760" y="411472"/>
                  </a:lnTo>
                  <a:lnTo>
                    <a:pt x="25792" y="359111"/>
                  </a:lnTo>
                  <a:lnTo>
                    <a:pt x="45197" y="308443"/>
                  </a:lnTo>
                  <a:lnTo>
                    <a:pt x="69837" y="259918"/>
                  </a:lnTo>
                  <a:lnTo>
                    <a:pt x="99594" y="214090"/>
                  </a:lnTo>
                  <a:lnTo>
                    <a:pt x="133794" y="171838"/>
                  </a:lnTo>
                  <a:lnTo>
                    <a:pt x="172122" y="133457"/>
                  </a:lnTo>
                  <a:lnTo>
                    <a:pt x="214268" y="99240"/>
                  </a:lnTo>
                  <a:lnTo>
                    <a:pt x="259918" y="69481"/>
                  </a:lnTo>
                  <a:lnTo>
                    <a:pt x="308623" y="44835"/>
                  </a:lnTo>
                  <a:lnTo>
                    <a:pt x="359400" y="25426"/>
                  </a:lnTo>
                  <a:lnTo>
                    <a:pt x="411817" y="11392"/>
                  </a:lnTo>
                  <a:lnTo>
                    <a:pt x="465444" y="2871"/>
                  </a:lnTo>
                  <a:lnTo>
                    <a:pt x="519849" y="0"/>
                  </a:lnTo>
                  <a:lnTo>
                    <a:pt x="7110006" y="355"/>
                  </a:lnTo>
                  <a:lnTo>
                    <a:pt x="7164403" y="3226"/>
                  </a:lnTo>
                  <a:lnTo>
                    <a:pt x="7218008" y="11748"/>
                  </a:lnTo>
                  <a:lnTo>
                    <a:pt x="7270371" y="25782"/>
                  </a:lnTo>
                  <a:lnTo>
                    <a:pt x="7321041" y="45191"/>
                  </a:lnTo>
                  <a:lnTo>
                    <a:pt x="7369568" y="69837"/>
                  </a:lnTo>
                  <a:lnTo>
                    <a:pt x="7415396" y="99593"/>
                  </a:lnTo>
                  <a:lnTo>
                    <a:pt x="7457648" y="133790"/>
                  </a:lnTo>
                  <a:lnTo>
                    <a:pt x="7496029" y="172117"/>
                  </a:lnTo>
                  <a:lnTo>
                    <a:pt x="7530246" y="214263"/>
                  </a:lnTo>
                  <a:lnTo>
                    <a:pt x="7560005" y="259918"/>
                  </a:lnTo>
                  <a:lnTo>
                    <a:pt x="7584646" y="308617"/>
                  </a:lnTo>
                  <a:lnTo>
                    <a:pt x="7604054" y="359390"/>
                  </a:lnTo>
                  <a:lnTo>
                    <a:pt x="7618090" y="411805"/>
                  </a:lnTo>
                  <a:lnTo>
                    <a:pt x="7626614" y="465431"/>
                  </a:lnTo>
                  <a:lnTo>
                    <a:pt x="7629486" y="519836"/>
                  </a:lnTo>
                  <a:lnTo>
                    <a:pt x="7629486" y="743038"/>
                  </a:lnTo>
                  <a:lnTo>
                    <a:pt x="7626614" y="797436"/>
                  </a:lnTo>
                  <a:lnTo>
                    <a:pt x="7618090" y="851041"/>
                  </a:lnTo>
                  <a:lnTo>
                    <a:pt x="7604054" y="903404"/>
                  </a:lnTo>
                  <a:lnTo>
                    <a:pt x="7584646" y="954074"/>
                  </a:lnTo>
                  <a:lnTo>
                    <a:pt x="7560005" y="1002601"/>
                  </a:lnTo>
                  <a:lnTo>
                    <a:pt x="7530249" y="1048429"/>
                  </a:lnTo>
                  <a:lnTo>
                    <a:pt x="7496052" y="1090680"/>
                  </a:lnTo>
                  <a:lnTo>
                    <a:pt x="7457724" y="1129062"/>
                  </a:lnTo>
                  <a:lnTo>
                    <a:pt x="7415578" y="1163279"/>
                  </a:lnTo>
                  <a:lnTo>
                    <a:pt x="7369924" y="1193037"/>
                  </a:lnTo>
                  <a:lnTo>
                    <a:pt x="7321223" y="1217684"/>
                  </a:lnTo>
                  <a:lnTo>
                    <a:pt x="7270448" y="1237092"/>
                  </a:lnTo>
                  <a:lnTo>
                    <a:pt x="7218031" y="1251127"/>
                  </a:lnTo>
                  <a:lnTo>
                    <a:pt x="7164406" y="1259648"/>
                  </a:lnTo>
                  <a:lnTo>
                    <a:pt x="7110006" y="1262519"/>
                  </a:lnTo>
                  <a:lnTo>
                    <a:pt x="519480" y="1262519"/>
                  </a:lnTo>
                  <a:lnTo>
                    <a:pt x="465083" y="1259648"/>
                  </a:lnTo>
                  <a:lnTo>
                    <a:pt x="411478" y="1251127"/>
                  </a:lnTo>
                  <a:lnTo>
                    <a:pt x="359115" y="1237092"/>
                  </a:lnTo>
                  <a:lnTo>
                    <a:pt x="308445" y="1217684"/>
                  </a:lnTo>
                  <a:lnTo>
                    <a:pt x="259918" y="1193037"/>
                  </a:lnTo>
                  <a:lnTo>
                    <a:pt x="214090" y="1163281"/>
                  </a:lnTo>
                  <a:lnTo>
                    <a:pt x="171838" y="1129084"/>
                  </a:lnTo>
                  <a:lnTo>
                    <a:pt x="133457" y="1090757"/>
                  </a:lnTo>
                  <a:lnTo>
                    <a:pt x="99240" y="1048611"/>
                  </a:lnTo>
                  <a:lnTo>
                    <a:pt x="69481" y="1002957"/>
                  </a:lnTo>
                  <a:lnTo>
                    <a:pt x="44835" y="954256"/>
                  </a:lnTo>
                  <a:lnTo>
                    <a:pt x="25426" y="903481"/>
                  </a:lnTo>
                  <a:lnTo>
                    <a:pt x="11392" y="851064"/>
                  </a:lnTo>
                  <a:lnTo>
                    <a:pt x="2871" y="797438"/>
                  </a:lnTo>
                  <a:lnTo>
                    <a:pt x="0" y="743038"/>
                  </a:lnTo>
                  <a:lnTo>
                    <a:pt x="368" y="519480"/>
                  </a:lnTo>
                  <a:close/>
                </a:path>
              </a:pathLst>
            </a:custGeom>
            <a:noFill/>
            <a:ln w="7559">
              <a:solidFill>
                <a:srgbClr val="dcd2b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2" name="object 21"/>
          <p:cNvSpPr/>
          <p:nvPr/>
        </p:nvSpPr>
        <p:spPr>
          <a:xfrm>
            <a:off x="968400" y="6429600"/>
            <a:ext cx="7417440" cy="8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100" spc="7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Pertinence</a:t>
            </a:r>
            <a:r>
              <a:rPr b="0" lang="en-US" sz="21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2100" spc="139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Moderne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689"/>
              </a:spcBef>
            </a:pPr>
            <a:r>
              <a:rPr b="0" lang="en-US" sz="170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Projet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en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phase</a:t>
            </a:r>
            <a:r>
              <a:rPr b="0" lang="en-US" sz="1700" spc="4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30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avec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les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9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évolutions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</a:t>
            </a:r>
            <a:r>
              <a:rPr b="0" lang="en-US" sz="1700" spc="105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technologiques</a:t>
            </a:r>
            <a:r>
              <a:rPr b="0" lang="en-US" sz="1700" spc="51" strike="noStrike" u="none">
                <a:solidFill>
                  <a:srgbClr val="44413f"/>
                </a:solidFill>
                <a:effectLst/>
                <a:uFillTx/>
                <a:latin typeface="Trebuchet MS"/>
              </a:rPr>
              <a:t> actuelles.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2025-12-17T19:43:18Z</dcterms:created>
  <dc:creator/>
  <dc:description/>
  <dc:language>en-US</dc:language>
  <cp:lastModifiedBy/>
  <dcterms:modified xsi:type="dcterms:W3CDTF">2025-12-17T20:50:15Z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Creator">
    <vt:lpwstr>Impress</vt:lpwstr>
  </property>
  <property fmtid="{D5CDD505-2E9C-101B-9397-08002B2CF9AE}" pid="4" name="LastSaved">
    <vt:filetime>2025-12-17T00:00:00Z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LibreOffice 25.2.6.2 (X86_64) / LibreOffice Community</vt:lpwstr>
  </property>
</Properties>
</file>